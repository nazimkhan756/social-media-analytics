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7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4995525" cy="8594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07" userDrawn="1">
          <p15:clr>
            <a:srgbClr val="A4A3A4"/>
          </p15:clr>
        </p15:guide>
        <p15:guide id="2" pos="47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557" autoAdjust="0"/>
  </p:normalViewPr>
  <p:slideViewPr>
    <p:cSldViewPr snapToGrid="0" snapToObjects="1">
      <p:cViewPr varScale="1">
        <p:scale>
          <a:sx n="58" d="100"/>
          <a:sy n="58" d="100"/>
        </p:scale>
        <p:origin x="456" y="56"/>
      </p:cViewPr>
      <p:guideLst>
        <p:guide orient="horz" pos="2707"/>
        <p:guide pos="4723"/>
      </p:guideLst>
    </p:cSldViewPr>
  </p:slideViewPr>
  <p:outlineViewPr>
    <p:cViewPr>
      <p:scale>
        <a:sx n="33" d="100"/>
        <a:sy n="33" d="100"/>
      </p:scale>
      <p:origin x="0" y="-1796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cuments\2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cuments\3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cuments\4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cuments\5.xml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cuments\6.1.xml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cuments\6.2.xml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ocuments\6.3.xml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26502241811302385"/>
          <c:y val="3.6007999000125003E-2"/>
        </c:manualLayout>
      </c:layout>
      <c:overlay val="0"/>
      <c:spPr>
        <a:solidFill>
          <a:schemeClr val="accent4">
            <a:lumMod val="60000"/>
            <a:lumOff val="4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322739676002472"/>
          <c:y val="0.20896687914010745"/>
          <c:w val="0.78888021018248955"/>
          <c:h val="0.5905046869141357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'2'!$B$1</c:f>
              <c:strCache>
                <c:ptCount val="1"/>
                <c:pt idx="0">
                  <c:v>Delay_housr</c:v>
                </c:pt>
              </c:strCache>
            </c:strRef>
          </c:tx>
          <c:spPr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  <a:effectLst/>
          </c:spPr>
          <c:invertIfNegative val="0"/>
          <c:cat>
            <c:strRef>
              <c:f>'2'!$A$2:$A$1001</c:f>
              <c:strCache>
                <c:ptCount val="1000"/>
                <c:pt idx="0">
                  <c:v>S00001</c:v>
                </c:pt>
                <c:pt idx="1">
                  <c:v>S00002</c:v>
                </c:pt>
                <c:pt idx="2">
                  <c:v>S00003</c:v>
                </c:pt>
                <c:pt idx="3">
                  <c:v>S00004</c:v>
                </c:pt>
                <c:pt idx="4">
                  <c:v>S00005</c:v>
                </c:pt>
                <c:pt idx="5">
                  <c:v>S00006</c:v>
                </c:pt>
                <c:pt idx="6">
                  <c:v>S00007</c:v>
                </c:pt>
                <c:pt idx="7">
                  <c:v>S00008</c:v>
                </c:pt>
                <c:pt idx="8">
                  <c:v>S00009</c:v>
                </c:pt>
                <c:pt idx="9">
                  <c:v>S00010</c:v>
                </c:pt>
                <c:pt idx="10">
                  <c:v>S00011</c:v>
                </c:pt>
                <c:pt idx="11">
                  <c:v>S00012</c:v>
                </c:pt>
                <c:pt idx="12">
                  <c:v>S00013</c:v>
                </c:pt>
                <c:pt idx="13">
                  <c:v>S00014</c:v>
                </c:pt>
                <c:pt idx="14">
                  <c:v>S00015</c:v>
                </c:pt>
                <c:pt idx="15">
                  <c:v>S00016</c:v>
                </c:pt>
                <c:pt idx="16">
                  <c:v>S00017</c:v>
                </c:pt>
                <c:pt idx="17">
                  <c:v>S00018</c:v>
                </c:pt>
                <c:pt idx="18">
                  <c:v>S00019</c:v>
                </c:pt>
                <c:pt idx="19">
                  <c:v>S00020</c:v>
                </c:pt>
                <c:pt idx="20">
                  <c:v>S00021</c:v>
                </c:pt>
                <c:pt idx="21">
                  <c:v>S00022</c:v>
                </c:pt>
                <c:pt idx="22">
                  <c:v>S00023</c:v>
                </c:pt>
                <c:pt idx="23">
                  <c:v>S00024</c:v>
                </c:pt>
                <c:pt idx="24">
                  <c:v>S00025</c:v>
                </c:pt>
                <c:pt idx="25">
                  <c:v>S00026</c:v>
                </c:pt>
                <c:pt idx="26">
                  <c:v>S00027</c:v>
                </c:pt>
                <c:pt idx="27">
                  <c:v>S00028</c:v>
                </c:pt>
                <c:pt idx="28">
                  <c:v>S00029</c:v>
                </c:pt>
                <c:pt idx="29">
                  <c:v>S00030</c:v>
                </c:pt>
                <c:pt idx="30">
                  <c:v>S00031</c:v>
                </c:pt>
                <c:pt idx="31">
                  <c:v>S00032</c:v>
                </c:pt>
                <c:pt idx="32">
                  <c:v>S00033</c:v>
                </c:pt>
                <c:pt idx="33">
                  <c:v>S00034</c:v>
                </c:pt>
                <c:pt idx="34">
                  <c:v>S00035</c:v>
                </c:pt>
                <c:pt idx="35">
                  <c:v>S00036</c:v>
                </c:pt>
                <c:pt idx="36">
                  <c:v>S00037</c:v>
                </c:pt>
                <c:pt idx="37">
                  <c:v>S00038</c:v>
                </c:pt>
                <c:pt idx="38">
                  <c:v>S00039</c:v>
                </c:pt>
                <c:pt idx="39">
                  <c:v>S00040</c:v>
                </c:pt>
                <c:pt idx="40">
                  <c:v>S00041</c:v>
                </c:pt>
                <c:pt idx="41">
                  <c:v>S00042</c:v>
                </c:pt>
                <c:pt idx="42">
                  <c:v>S00043</c:v>
                </c:pt>
                <c:pt idx="43">
                  <c:v>S00044</c:v>
                </c:pt>
                <c:pt idx="44">
                  <c:v>S00045</c:v>
                </c:pt>
                <c:pt idx="45">
                  <c:v>S00046</c:v>
                </c:pt>
                <c:pt idx="46">
                  <c:v>S00047</c:v>
                </c:pt>
                <c:pt idx="47">
                  <c:v>S00048</c:v>
                </c:pt>
                <c:pt idx="48">
                  <c:v>S00049</c:v>
                </c:pt>
                <c:pt idx="49">
                  <c:v>S00050</c:v>
                </c:pt>
                <c:pt idx="50">
                  <c:v>S00051</c:v>
                </c:pt>
                <c:pt idx="51">
                  <c:v>S00052</c:v>
                </c:pt>
                <c:pt idx="52">
                  <c:v>S00053</c:v>
                </c:pt>
                <c:pt idx="53">
                  <c:v>S00054</c:v>
                </c:pt>
                <c:pt idx="54">
                  <c:v>S00055</c:v>
                </c:pt>
                <c:pt idx="55">
                  <c:v>S00056</c:v>
                </c:pt>
                <c:pt idx="56">
                  <c:v>S00057</c:v>
                </c:pt>
                <c:pt idx="57">
                  <c:v>S00058</c:v>
                </c:pt>
                <c:pt idx="58">
                  <c:v>S00059</c:v>
                </c:pt>
                <c:pt idx="59">
                  <c:v>S00060</c:v>
                </c:pt>
                <c:pt idx="60">
                  <c:v>S00061</c:v>
                </c:pt>
                <c:pt idx="61">
                  <c:v>S00062</c:v>
                </c:pt>
                <c:pt idx="62">
                  <c:v>S00063</c:v>
                </c:pt>
                <c:pt idx="63">
                  <c:v>S00064</c:v>
                </c:pt>
                <c:pt idx="64">
                  <c:v>S00065</c:v>
                </c:pt>
                <c:pt idx="65">
                  <c:v>S00066</c:v>
                </c:pt>
                <c:pt idx="66">
                  <c:v>S00067</c:v>
                </c:pt>
                <c:pt idx="67">
                  <c:v>S00068</c:v>
                </c:pt>
                <c:pt idx="68">
                  <c:v>S00069</c:v>
                </c:pt>
                <c:pt idx="69">
                  <c:v>S00070</c:v>
                </c:pt>
                <c:pt idx="70">
                  <c:v>S00071</c:v>
                </c:pt>
                <c:pt idx="71">
                  <c:v>S00072</c:v>
                </c:pt>
                <c:pt idx="72">
                  <c:v>S00073</c:v>
                </c:pt>
                <c:pt idx="73">
                  <c:v>S00074</c:v>
                </c:pt>
                <c:pt idx="74">
                  <c:v>S00075</c:v>
                </c:pt>
                <c:pt idx="75">
                  <c:v>S00076</c:v>
                </c:pt>
                <c:pt idx="76">
                  <c:v>S00077</c:v>
                </c:pt>
                <c:pt idx="77">
                  <c:v>S00078</c:v>
                </c:pt>
                <c:pt idx="78">
                  <c:v>S00079</c:v>
                </c:pt>
                <c:pt idx="79">
                  <c:v>S00080</c:v>
                </c:pt>
                <c:pt idx="80">
                  <c:v>S00081</c:v>
                </c:pt>
                <c:pt idx="81">
                  <c:v>S00082</c:v>
                </c:pt>
                <c:pt idx="82">
                  <c:v>S00083</c:v>
                </c:pt>
                <c:pt idx="83">
                  <c:v>S00084</c:v>
                </c:pt>
                <c:pt idx="84">
                  <c:v>S00085</c:v>
                </c:pt>
                <c:pt idx="85">
                  <c:v>S00086</c:v>
                </c:pt>
                <c:pt idx="86">
                  <c:v>S00087</c:v>
                </c:pt>
                <c:pt idx="87">
                  <c:v>S00088</c:v>
                </c:pt>
                <c:pt idx="88">
                  <c:v>S00089</c:v>
                </c:pt>
                <c:pt idx="89">
                  <c:v>S00090</c:v>
                </c:pt>
                <c:pt idx="90">
                  <c:v>S00091</c:v>
                </c:pt>
                <c:pt idx="91">
                  <c:v>S00092</c:v>
                </c:pt>
                <c:pt idx="92">
                  <c:v>S00093</c:v>
                </c:pt>
                <c:pt idx="93">
                  <c:v>S00094</c:v>
                </c:pt>
                <c:pt idx="94">
                  <c:v>S00095</c:v>
                </c:pt>
                <c:pt idx="95">
                  <c:v>S00096</c:v>
                </c:pt>
                <c:pt idx="96">
                  <c:v>S00097</c:v>
                </c:pt>
                <c:pt idx="97">
                  <c:v>S00098</c:v>
                </c:pt>
                <c:pt idx="98">
                  <c:v>S00099</c:v>
                </c:pt>
                <c:pt idx="99">
                  <c:v>S00100</c:v>
                </c:pt>
                <c:pt idx="100">
                  <c:v>S00101</c:v>
                </c:pt>
                <c:pt idx="101">
                  <c:v>S00102</c:v>
                </c:pt>
                <c:pt idx="102">
                  <c:v>S00103</c:v>
                </c:pt>
                <c:pt idx="103">
                  <c:v>S00104</c:v>
                </c:pt>
                <c:pt idx="104">
                  <c:v>S00105</c:v>
                </c:pt>
                <c:pt idx="105">
                  <c:v>S00106</c:v>
                </c:pt>
                <c:pt idx="106">
                  <c:v>S00107</c:v>
                </c:pt>
                <c:pt idx="107">
                  <c:v>S00108</c:v>
                </c:pt>
                <c:pt idx="108">
                  <c:v>S00109</c:v>
                </c:pt>
                <c:pt idx="109">
                  <c:v>S00110</c:v>
                </c:pt>
                <c:pt idx="110">
                  <c:v>S00111</c:v>
                </c:pt>
                <c:pt idx="111">
                  <c:v>S00112</c:v>
                </c:pt>
                <c:pt idx="112">
                  <c:v>S00113</c:v>
                </c:pt>
                <c:pt idx="113">
                  <c:v>S00114</c:v>
                </c:pt>
                <c:pt idx="114">
                  <c:v>S00115</c:v>
                </c:pt>
                <c:pt idx="115">
                  <c:v>S00116</c:v>
                </c:pt>
                <c:pt idx="116">
                  <c:v>S00117</c:v>
                </c:pt>
                <c:pt idx="117">
                  <c:v>S00118</c:v>
                </c:pt>
                <c:pt idx="118">
                  <c:v>S00119</c:v>
                </c:pt>
                <c:pt idx="119">
                  <c:v>S00120</c:v>
                </c:pt>
                <c:pt idx="120">
                  <c:v>S00121</c:v>
                </c:pt>
                <c:pt idx="121">
                  <c:v>S00122</c:v>
                </c:pt>
                <c:pt idx="122">
                  <c:v>S00123</c:v>
                </c:pt>
                <c:pt idx="123">
                  <c:v>S00124</c:v>
                </c:pt>
                <c:pt idx="124">
                  <c:v>S00125</c:v>
                </c:pt>
                <c:pt idx="125">
                  <c:v>S00126</c:v>
                </c:pt>
                <c:pt idx="126">
                  <c:v>S00127</c:v>
                </c:pt>
                <c:pt idx="127">
                  <c:v>S00128</c:v>
                </c:pt>
                <c:pt idx="128">
                  <c:v>S00129</c:v>
                </c:pt>
                <c:pt idx="129">
                  <c:v>S00130</c:v>
                </c:pt>
                <c:pt idx="130">
                  <c:v>S00131</c:v>
                </c:pt>
                <c:pt idx="131">
                  <c:v>S00132</c:v>
                </c:pt>
                <c:pt idx="132">
                  <c:v>S00133</c:v>
                </c:pt>
                <c:pt idx="133">
                  <c:v>S00134</c:v>
                </c:pt>
                <c:pt idx="134">
                  <c:v>S00135</c:v>
                </c:pt>
                <c:pt idx="135">
                  <c:v>S00136</c:v>
                </c:pt>
                <c:pt idx="136">
                  <c:v>S00137</c:v>
                </c:pt>
                <c:pt idx="137">
                  <c:v>S00138</c:v>
                </c:pt>
                <c:pt idx="138">
                  <c:v>S00139</c:v>
                </c:pt>
                <c:pt idx="139">
                  <c:v>S00140</c:v>
                </c:pt>
                <c:pt idx="140">
                  <c:v>S00141</c:v>
                </c:pt>
                <c:pt idx="141">
                  <c:v>S00142</c:v>
                </c:pt>
                <c:pt idx="142">
                  <c:v>S00143</c:v>
                </c:pt>
                <c:pt idx="143">
                  <c:v>S00144</c:v>
                </c:pt>
                <c:pt idx="144">
                  <c:v>S00145</c:v>
                </c:pt>
                <c:pt idx="145">
                  <c:v>S00146</c:v>
                </c:pt>
                <c:pt idx="146">
                  <c:v>S00147</c:v>
                </c:pt>
                <c:pt idx="147">
                  <c:v>S00148</c:v>
                </c:pt>
                <c:pt idx="148">
                  <c:v>S00149</c:v>
                </c:pt>
                <c:pt idx="149">
                  <c:v>S00150</c:v>
                </c:pt>
                <c:pt idx="150">
                  <c:v>S00151</c:v>
                </c:pt>
                <c:pt idx="151">
                  <c:v>S00152</c:v>
                </c:pt>
                <c:pt idx="152">
                  <c:v>S00153</c:v>
                </c:pt>
                <c:pt idx="153">
                  <c:v>S00154</c:v>
                </c:pt>
                <c:pt idx="154">
                  <c:v>S00155</c:v>
                </c:pt>
                <c:pt idx="155">
                  <c:v>S00156</c:v>
                </c:pt>
                <c:pt idx="156">
                  <c:v>S00157</c:v>
                </c:pt>
                <c:pt idx="157">
                  <c:v>S00158</c:v>
                </c:pt>
                <c:pt idx="158">
                  <c:v>S00159</c:v>
                </c:pt>
                <c:pt idx="159">
                  <c:v>S00160</c:v>
                </c:pt>
                <c:pt idx="160">
                  <c:v>S00161</c:v>
                </c:pt>
                <c:pt idx="161">
                  <c:v>S00162</c:v>
                </c:pt>
                <c:pt idx="162">
                  <c:v>S00163</c:v>
                </c:pt>
                <c:pt idx="163">
                  <c:v>S00164</c:v>
                </c:pt>
                <c:pt idx="164">
                  <c:v>S00165</c:v>
                </c:pt>
                <c:pt idx="165">
                  <c:v>S00166</c:v>
                </c:pt>
                <c:pt idx="166">
                  <c:v>S00167</c:v>
                </c:pt>
                <c:pt idx="167">
                  <c:v>S00168</c:v>
                </c:pt>
                <c:pt idx="168">
                  <c:v>S00169</c:v>
                </c:pt>
                <c:pt idx="169">
                  <c:v>S00170</c:v>
                </c:pt>
                <c:pt idx="170">
                  <c:v>S00171</c:v>
                </c:pt>
                <c:pt idx="171">
                  <c:v>S00172</c:v>
                </c:pt>
                <c:pt idx="172">
                  <c:v>S00173</c:v>
                </c:pt>
                <c:pt idx="173">
                  <c:v>S00174</c:v>
                </c:pt>
                <c:pt idx="174">
                  <c:v>S00175</c:v>
                </c:pt>
                <c:pt idx="175">
                  <c:v>S00176</c:v>
                </c:pt>
                <c:pt idx="176">
                  <c:v>S00177</c:v>
                </c:pt>
                <c:pt idx="177">
                  <c:v>S00178</c:v>
                </c:pt>
                <c:pt idx="178">
                  <c:v>S00179</c:v>
                </c:pt>
                <c:pt idx="179">
                  <c:v>S00180</c:v>
                </c:pt>
                <c:pt idx="180">
                  <c:v>S00181</c:v>
                </c:pt>
                <c:pt idx="181">
                  <c:v>S00182</c:v>
                </c:pt>
                <c:pt idx="182">
                  <c:v>S00183</c:v>
                </c:pt>
                <c:pt idx="183">
                  <c:v>S00184</c:v>
                </c:pt>
                <c:pt idx="184">
                  <c:v>S00185</c:v>
                </c:pt>
                <c:pt idx="185">
                  <c:v>S00186</c:v>
                </c:pt>
                <c:pt idx="186">
                  <c:v>S00187</c:v>
                </c:pt>
                <c:pt idx="187">
                  <c:v>S00188</c:v>
                </c:pt>
                <c:pt idx="188">
                  <c:v>S00189</c:v>
                </c:pt>
                <c:pt idx="189">
                  <c:v>S00190</c:v>
                </c:pt>
                <c:pt idx="190">
                  <c:v>S00191</c:v>
                </c:pt>
                <c:pt idx="191">
                  <c:v>S00192</c:v>
                </c:pt>
                <c:pt idx="192">
                  <c:v>S00193</c:v>
                </c:pt>
                <c:pt idx="193">
                  <c:v>S00194</c:v>
                </c:pt>
                <c:pt idx="194">
                  <c:v>S00195</c:v>
                </c:pt>
                <c:pt idx="195">
                  <c:v>S00196</c:v>
                </c:pt>
                <c:pt idx="196">
                  <c:v>S00197</c:v>
                </c:pt>
                <c:pt idx="197">
                  <c:v>S00198</c:v>
                </c:pt>
                <c:pt idx="198">
                  <c:v>S00199</c:v>
                </c:pt>
                <c:pt idx="199">
                  <c:v>S00200</c:v>
                </c:pt>
                <c:pt idx="200">
                  <c:v>S00201</c:v>
                </c:pt>
                <c:pt idx="201">
                  <c:v>S00202</c:v>
                </c:pt>
                <c:pt idx="202">
                  <c:v>S00203</c:v>
                </c:pt>
                <c:pt idx="203">
                  <c:v>S00204</c:v>
                </c:pt>
                <c:pt idx="204">
                  <c:v>S00205</c:v>
                </c:pt>
                <c:pt idx="205">
                  <c:v>S00206</c:v>
                </c:pt>
                <c:pt idx="206">
                  <c:v>S00207</c:v>
                </c:pt>
                <c:pt idx="207">
                  <c:v>S00208</c:v>
                </c:pt>
                <c:pt idx="208">
                  <c:v>S00209</c:v>
                </c:pt>
                <c:pt idx="209">
                  <c:v>S00210</c:v>
                </c:pt>
                <c:pt idx="210">
                  <c:v>S00211</c:v>
                </c:pt>
                <c:pt idx="211">
                  <c:v>S00212</c:v>
                </c:pt>
                <c:pt idx="212">
                  <c:v>S00213</c:v>
                </c:pt>
                <c:pt idx="213">
                  <c:v>S00214</c:v>
                </c:pt>
                <c:pt idx="214">
                  <c:v>S00215</c:v>
                </c:pt>
                <c:pt idx="215">
                  <c:v>S00216</c:v>
                </c:pt>
                <c:pt idx="216">
                  <c:v>S00217</c:v>
                </c:pt>
                <c:pt idx="217">
                  <c:v>S00218</c:v>
                </c:pt>
                <c:pt idx="218">
                  <c:v>S00219</c:v>
                </c:pt>
                <c:pt idx="219">
                  <c:v>S00220</c:v>
                </c:pt>
                <c:pt idx="220">
                  <c:v>S00221</c:v>
                </c:pt>
                <c:pt idx="221">
                  <c:v>S00222</c:v>
                </c:pt>
                <c:pt idx="222">
                  <c:v>S00223</c:v>
                </c:pt>
                <c:pt idx="223">
                  <c:v>S00224</c:v>
                </c:pt>
                <c:pt idx="224">
                  <c:v>S00225</c:v>
                </c:pt>
                <c:pt idx="225">
                  <c:v>S00226</c:v>
                </c:pt>
                <c:pt idx="226">
                  <c:v>S00227</c:v>
                </c:pt>
                <c:pt idx="227">
                  <c:v>S00228</c:v>
                </c:pt>
                <c:pt idx="228">
                  <c:v>S00229</c:v>
                </c:pt>
                <c:pt idx="229">
                  <c:v>S00230</c:v>
                </c:pt>
                <c:pt idx="230">
                  <c:v>S00231</c:v>
                </c:pt>
                <c:pt idx="231">
                  <c:v>S00232</c:v>
                </c:pt>
                <c:pt idx="232">
                  <c:v>S00233</c:v>
                </c:pt>
                <c:pt idx="233">
                  <c:v>S00234</c:v>
                </c:pt>
                <c:pt idx="234">
                  <c:v>S00235</c:v>
                </c:pt>
                <c:pt idx="235">
                  <c:v>S00236</c:v>
                </c:pt>
                <c:pt idx="236">
                  <c:v>S00237</c:v>
                </c:pt>
                <c:pt idx="237">
                  <c:v>S00238</c:v>
                </c:pt>
                <c:pt idx="238">
                  <c:v>S00239</c:v>
                </c:pt>
                <c:pt idx="239">
                  <c:v>S00240</c:v>
                </c:pt>
                <c:pt idx="240">
                  <c:v>S00241</c:v>
                </c:pt>
                <c:pt idx="241">
                  <c:v>S00242</c:v>
                </c:pt>
                <c:pt idx="242">
                  <c:v>S00243</c:v>
                </c:pt>
                <c:pt idx="243">
                  <c:v>S00244</c:v>
                </c:pt>
                <c:pt idx="244">
                  <c:v>S00245</c:v>
                </c:pt>
                <c:pt idx="245">
                  <c:v>S00246</c:v>
                </c:pt>
                <c:pt idx="246">
                  <c:v>S00247</c:v>
                </c:pt>
                <c:pt idx="247">
                  <c:v>S00248</c:v>
                </c:pt>
                <c:pt idx="248">
                  <c:v>S00249</c:v>
                </c:pt>
                <c:pt idx="249">
                  <c:v>S00250</c:v>
                </c:pt>
                <c:pt idx="250">
                  <c:v>S00251</c:v>
                </c:pt>
                <c:pt idx="251">
                  <c:v>S00252</c:v>
                </c:pt>
                <c:pt idx="252">
                  <c:v>S00253</c:v>
                </c:pt>
                <c:pt idx="253">
                  <c:v>S00254</c:v>
                </c:pt>
                <c:pt idx="254">
                  <c:v>S00255</c:v>
                </c:pt>
                <c:pt idx="255">
                  <c:v>S00256</c:v>
                </c:pt>
                <c:pt idx="256">
                  <c:v>S00257</c:v>
                </c:pt>
                <c:pt idx="257">
                  <c:v>S00258</c:v>
                </c:pt>
                <c:pt idx="258">
                  <c:v>S00259</c:v>
                </c:pt>
                <c:pt idx="259">
                  <c:v>S00260</c:v>
                </c:pt>
                <c:pt idx="260">
                  <c:v>S00261</c:v>
                </c:pt>
                <c:pt idx="261">
                  <c:v>S00262</c:v>
                </c:pt>
                <c:pt idx="262">
                  <c:v>S00263</c:v>
                </c:pt>
                <c:pt idx="263">
                  <c:v>S00264</c:v>
                </c:pt>
                <c:pt idx="264">
                  <c:v>S00265</c:v>
                </c:pt>
                <c:pt idx="265">
                  <c:v>S00266</c:v>
                </c:pt>
                <c:pt idx="266">
                  <c:v>S00267</c:v>
                </c:pt>
                <c:pt idx="267">
                  <c:v>S00268</c:v>
                </c:pt>
                <c:pt idx="268">
                  <c:v>S00269</c:v>
                </c:pt>
                <c:pt idx="269">
                  <c:v>S00270</c:v>
                </c:pt>
                <c:pt idx="270">
                  <c:v>S00271</c:v>
                </c:pt>
                <c:pt idx="271">
                  <c:v>S00272</c:v>
                </c:pt>
                <c:pt idx="272">
                  <c:v>S00273</c:v>
                </c:pt>
                <c:pt idx="273">
                  <c:v>S00274</c:v>
                </c:pt>
                <c:pt idx="274">
                  <c:v>S00275</c:v>
                </c:pt>
                <c:pt idx="275">
                  <c:v>S00276</c:v>
                </c:pt>
                <c:pt idx="276">
                  <c:v>S00277</c:v>
                </c:pt>
                <c:pt idx="277">
                  <c:v>S00278</c:v>
                </c:pt>
                <c:pt idx="278">
                  <c:v>S00279</c:v>
                </c:pt>
                <c:pt idx="279">
                  <c:v>S00280</c:v>
                </c:pt>
                <c:pt idx="280">
                  <c:v>S00281</c:v>
                </c:pt>
                <c:pt idx="281">
                  <c:v>S00282</c:v>
                </c:pt>
                <c:pt idx="282">
                  <c:v>S00283</c:v>
                </c:pt>
                <c:pt idx="283">
                  <c:v>S00284</c:v>
                </c:pt>
                <c:pt idx="284">
                  <c:v>S00285</c:v>
                </c:pt>
                <c:pt idx="285">
                  <c:v>S00286</c:v>
                </c:pt>
                <c:pt idx="286">
                  <c:v>S00287</c:v>
                </c:pt>
                <c:pt idx="287">
                  <c:v>S00288</c:v>
                </c:pt>
                <c:pt idx="288">
                  <c:v>S00289</c:v>
                </c:pt>
                <c:pt idx="289">
                  <c:v>S00290</c:v>
                </c:pt>
                <c:pt idx="290">
                  <c:v>S00291</c:v>
                </c:pt>
                <c:pt idx="291">
                  <c:v>S00292</c:v>
                </c:pt>
                <c:pt idx="292">
                  <c:v>S00293</c:v>
                </c:pt>
                <c:pt idx="293">
                  <c:v>S00294</c:v>
                </c:pt>
                <c:pt idx="294">
                  <c:v>S00295</c:v>
                </c:pt>
                <c:pt idx="295">
                  <c:v>S00296</c:v>
                </c:pt>
                <c:pt idx="296">
                  <c:v>S00297</c:v>
                </c:pt>
                <c:pt idx="297">
                  <c:v>S00298</c:v>
                </c:pt>
                <c:pt idx="298">
                  <c:v>S00299</c:v>
                </c:pt>
                <c:pt idx="299">
                  <c:v>S00300</c:v>
                </c:pt>
                <c:pt idx="300">
                  <c:v>S00301</c:v>
                </c:pt>
                <c:pt idx="301">
                  <c:v>S00302</c:v>
                </c:pt>
                <c:pt idx="302">
                  <c:v>S00303</c:v>
                </c:pt>
                <c:pt idx="303">
                  <c:v>S00304</c:v>
                </c:pt>
                <c:pt idx="304">
                  <c:v>S00305</c:v>
                </c:pt>
                <c:pt idx="305">
                  <c:v>S00306</c:v>
                </c:pt>
                <c:pt idx="306">
                  <c:v>S00307</c:v>
                </c:pt>
                <c:pt idx="307">
                  <c:v>S00308</c:v>
                </c:pt>
                <c:pt idx="308">
                  <c:v>S00309</c:v>
                </c:pt>
                <c:pt idx="309">
                  <c:v>S00310</c:v>
                </c:pt>
                <c:pt idx="310">
                  <c:v>S00311</c:v>
                </c:pt>
                <c:pt idx="311">
                  <c:v>S00312</c:v>
                </c:pt>
                <c:pt idx="312">
                  <c:v>S00313</c:v>
                </c:pt>
                <c:pt idx="313">
                  <c:v>S00314</c:v>
                </c:pt>
                <c:pt idx="314">
                  <c:v>S00315</c:v>
                </c:pt>
                <c:pt idx="315">
                  <c:v>S00316</c:v>
                </c:pt>
                <c:pt idx="316">
                  <c:v>S00317</c:v>
                </c:pt>
                <c:pt idx="317">
                  <c:v>S00318</c:v>
                </c:pt>
                <c:pt idx="318">
                  <c:v>S00319</c:v>
                </c:pt>
                <c:pt idx="319">
                  <c:v>S00320</c:v>
                </c:pt>
                <c:pt idx="320">
                  <c:v>S00321</c:v>
                </c:pt>
                <c:pt idx="321">
                  <c:v>S00322</c:v>
                </c:pt>
                <c:pt idx="322">
                  <c:v>S00323</c:v>
                </c:pt>
                <c:pt idx="323">
                  <c:v>S00324</c:v>
                </c:pt>
                <c:pt idx="324">
                  <c:v>S00325</c:v>
                </c:pt>
                <c:pt idx="325">
                  <c:v>S00326</c:v>
                </c:pt>
                <c:pt idx="326">
                  <c:v>S00327</c:v>
                </c:pt>
                <c:pt idx="327">
                  <c:v>S00328</c:v>
                </c:pt>
                <c:pt idx="328">
                  <c:v>S00329</c:v>
                </c:pt>
                <c:pt idx="329">
                  <c:v>S00330</c:v>
                </c:pt>
                <c:pt idx="330">
                  <c:v>S00331</c:v>
                </c:pt>
                <c:pt idx="331">
                  <c:v>S00332</c:v>
                </c:pt>
                <c:pt idx="332">
                  <c:v>S00333</c:v>
                </c:pt>
                <c:pt idx="333">
                  <c:v>S00334</c:v>
                </c:pt>
                <c:pt idx="334">
                  <c:v>S00335</c:v>
                </c:pt>
                <c:pt idx="335">
                  <c:v>S00336</c:v>
                </c:pt>
                <c:pt idx="336">
                  <c:v>S00337</c:v>
                </c:pt>
                <c:pt idx="337">
                  <c:v>S00338</c:v>
                </c:pt>
                <c:pt idx="338">
                  <c:v>S00339</c:v>
                </c:pt>
                <c:pt idx="339">
                  <c:v>S00340</c:v>
                </c:pt>
                <c:pt idx="340">
                  <c:v>S00341</c:v>
                </c:pt>
                <c:pt idx="341">
                  <c:v>S00342</c:v>
                </c:pt>
                <c:pt idx="342">
                  <c:v>S00343</c:v>
                </c:pt>
                <c:pt idx="343">
                  <c:v>S00344</c:v>
                </c:pt>
                <c:pt idx="344">
                  <c:v>S00345</c:v>
                </c:pt>
                <c:pt idx="345">
                  <c:v>S00346</c:v>
                </c:pt>
                <c:pt idx="346">
                  <c:v>S00347</c:v>
                </c:pt>
                <c:pt idx="347">
                  <c:v>S00348</c:v>
                </c:pt>
                <c:pt idx="348">
                  <c:v>S00349</c:v>
                </c:pt>
                <c:pt idx="349">
                  <c:v>S00350</c:v>
                </c:pt>
                <c:pt idx="350">
                  <c:v>S00351</c:v>
                </c:pt>
                <c:pt idx="351">
                  <c:v>S00352</c:v>
                </c:pt>
                <c:pt idx="352">
                  <c:v>S00353</c:v>
                </c:pt>
                <c:pt idx="353">
                  <c:v>S00354</c:v>
                </c:pt>
                <c:pt idx="354">
                  <c:v>S00355</c:v>
                </c:pt>
                <c:pt idx="355">
                  <c:v>S00356</c:v>
                </c:pt>
                <c:pt idx="356">
                  <c:v>S00357</c:v>
                </c:pt>
                <c:pt idx="357">
                  <c:v>S00358</c:v>
                </c:pt>
                <c:pt idx="358">
                  <c:v>S00359</c:v>
                </c:pt>
                <c:pt idx="359">
                  <c:v>S00360</c:v>
                </c:pt>
                <c:pt idx="360">
                  <c:v>S00361</c:v>
                </c:pt>
                <c:pt idx="361">
                  <c:v>S00362</c:v>
                </c:pt>
                <c:pt idx="362">
                  <c:v>S00363</c:v>
                </c:pt>
                <c:pt idx="363">
                  <c:v>S00364</c:v>
                </c:pt>
                <c:pt idx="364">
                  <c:v>S00365</c:v>
                </c:pt>
                <c:pt idx="365">
                  <c:v>S00366</c:v>
                </c:pt>
                <c:pt idx="366">
                  <c:v>S00367</c:v>
                </c:pt>
                <c:pt idx="367">
                  <c:v>S00368</c:v>
                </c:pt>
                <c:pt idx="368">
                  <c:v>S00369</c:v>
                </c:pt>
                <c:pt idx="369">
                  <c:v>S00370</c:v>
                </c:pt>
                <c:pt idx="370">
                  <c:v>S00371</c:v>
                </c:pt>
                <c:pt idx="371">
                  <c:v>S00372</c:v>
                </c:pt>
                <c:pt idx="372">
                  <c:v>S00373</c:v>
                </c:pt>
                <c:pt idx="373">
                  <c:v>S00374</c:v>
                </c:pt>
                <c:pt idx="374">
                  <c:v>S00375</c:v>
                </c:pt>
                <c:pt idx="375">
                  <c:v>S00376</c:v>
                </c:pt>
                <c:pt idx="376">
                  <c:v>S00377</c:v>
                </c:pt>
                <c:pt idx="377">
                  <c:v>S00378</c:v>
                </c:pt>
                <c:pt idx="378">
                  <c:v>S00379</c:v>
                </c:pt>
                <c:pt idx="379">
                  <c:v>S00380</c:v>
                </c:pt>
                <c:pt idx="380">
                  <c:v>S00381</c:v>
                </c:pt>
                <c:pt idx="381">
                  <c:v>S00382</c:v>
                </c:pt>
                <c:pt idx="382">
                  <c:v>S00383</c:v>
                </c:pt>
                <c:pt idx="383">
                  <c:v>S00384</c:v>
                </c:pt>
                <c:pt idx="384">
                  <c:v>S00385</c:v>
                </c:pt>
                <c:pt idx="385">
                  <c:v>S00386</c:v>
                </c:pt>
                <c:pt idx="386">
                  <c:v>S00387</c:v>
                </c:pt>
                <c:pt idx="387">
                  <c:v>S00388</c:v>
                </c:pt>
                <c:pt idx="388">
                  <c:v>S00389</c:v>
                </c:pt>
                <c:pt idx="389">
                  <c:v>S00390</c:v>
                </c:pt>
                <c:pt idx="390">
                  <c:v>S00391</c:v>
                </c:pt>
                <c:pt idx="391">
                  <c:v>S00392</c:v>
                </c:pt>
                <c:pt idx="392">
                  <c:v>S00393</c:v>
                </c:pt>
                <c:pt idx="393">
                  <c:v>S00394</c:v>
                </c:pt>
                <c:pt idx="394">
                  <c:v>S00395</c:v>
                </c:pt>
                <c:pt idx="395">
                  <c:v>S00396</c:v>
                </c:pt>
                <c:pt idx="396">
                  <c:v>S00397</c:v>
                </c:pt>
                <c:pt idx="397">
                  <c:v>S00398</c:v>
                </c:pt>
                <c:pt idx="398">
                  <c:v>S00399</c:v>
                </c:pt>
                <c:pt idx="399">
                  <c:v>S00400</c:v>
                </c:pt>
                <c:pt idx="400">
                  <c:v>S00401</c:v>
                </c:pt>
                <c:pt idx="401">
                  <c:v>S00402</c:v>
                </c:pt>
                <c:pt idx="402">
                  <c:v>S00403</c:v>
                </c:pt>
                <c:pt idx="403">
                  <c:v>S00404</c:v>
                </c:pt>
                <c:pt idx="404">
                  <c:v>S00405</c:v>
                </c:pt>
                <c:pt idx="405">
                  <c:v>S00406</c:v>
                </c:pt>
                <c:pt idx="406">
                  <c:v>S00407</c:v>
                </c:pt>
                <c:pt idx="407">
                  <c:v>S00408</c:v>
                </c:pt>
                <c:pt idx="408">
                  <c:v>S00409</c:v>
                </c:pt>
                <c:pt idx="409">
                  <c:v>S00410</c:v>
                </c:pt>
                <c:pt idx="410">
                  <c:v>S00411</c:v>
                </c:pt>
                <c:pt idx="411">
                  <c:v>S00412</c:v>
                </c:pt>
                <c:pt idx="412">
                  <c:v>S00413</c:v>
                </c:pt>
                <c:pt idx="413">
                  <c:v>S00414</c:v>
                </c:pt>
                <c:pt idx="414">
                  <c:v>S00415</c:v>
                </c:pt>
                <c:pt idx="415">
                  <c:v>S00416</c:v>
                </c:pt>
                <c:pt idx="416">
                  <c:v>S00417</c:v>
                </c:pt>
                <c:pt idx="417">
                  <c:v>S00418</c:v>
                </c:pt>
                <c:pt idx="418">
                  <c:v>S00419</c:v>
                </c:pt>
                <c:pt idx="419">
                  <c:v>S00420</c:v>
                </c:pt>
                <c:pt idx="420">
                  <c:v>S00421</c:v>
                </c:pt>
                <c:pt idx="421">
                  <c:v>S00422</c:v>
                </c:pt>
                <c:pt idx="422">
                  <c:v>S00423</c:v>
                </c:pt>
                <c:pt idx="423">
                  <c:v>S00424</c:v>
                </c:pt>
                <c:pt idx="424">
                  <c:v>S00425</c:v>
                </c:pt>
                <c:pt idx="425">
                  <c:v>S00426</c:v>
                </c:pt>
                <c:pt idx="426">
                  <c:v>S00427</c:v>
                </c:pt>
                <c:pt idx="427">
                  <c:v>S00428</c:v>
                </c:pt>
                <c:pt idx="428">
                  <c:v>S00429</c:v>
                </c:pt>
                <c:pt idx="429">
                  <c:v>S00430</c:v>
                </c:pt>
                <c:pt idx="430">
                  <c:v>S00431</c:v>
                </c:pt>
                <c:pt idx="431">
                  <c:v>S00432</c:v>
                </c:pt>
                <c:pt idx="432">
                  <c:v>S00433</c:v>
                </c:pt>
                <c:pt idx="433">
                  <c:v>S00434</c:v>
                </c:pt>
                <c:pt idx="434">
                  <c:v>S00435</c:v>
                </c:pt>
                <c:pt idx="435">
                  <c:v>S00436</c:v>
                </c:pt>
                <c:pt idx="436">
                  <c:v>S00437</c:v>
                </c:pt>
                <c:pt idx="437">
                  <c:v>S00438</c:v>
                </c:pt>
                <c:pt idx="438">
                  <c:v>S00439</c:v>
                </c:pt>
                <c:pt idx="439">
                  <c:v>S00440</c:v>
                </c:pt>
                <c:pt idx="440">
                  <c:v>S00441</c:v>
                </c:pt>
                <c:pt idx="441">
                  <c:v>S00442</c:v>
                </c:pt>
                <c:pt idx="442">
                  <c:v>S00443</c:v>
                </c:pt>
                <c:pt idx="443">
                  <c:v>S00444</c:v>
                </c:pt>
                <c:pt idx="444">
                  <c:v>S00445</c:v>
                </c:pt>
                <c:pt idx="445">
                  <c:v>S00446</c:v>
                </c:pt>
                <c:pt idx="446">
                  <c:v>S00447</c:v>
                </c:pt>
                <c:pt idx="447">
                  <c:v>S00448</c:v>
                </c:pt>
                <c:pt idx="448">
                  <c:v>S00449</c:v>
                </c:pt>
                <c:pt idx="449">
                  <c:v>S00450</c:v>
                </c:pt>
                <c:pt idx="450">
                  <c:v>S00451</c:v>
                </c:pt>
                <c:pt idx="451">
                  <c:v>S00452</c:v>
                </c:pt>
                <c:pt idx="452">
                  <c:v>S00453</c:v>
                </c:pt>
                <c:pt idx="453">
                  <c:v>S00454</c:v>
                </c:pt>
                <c:pt idx="454">
                  <c:v>S00455</c:v>
                </c:pt>
                <c:pt idx="455">
                  <c:v>S00456</c:v>
                </c:pt>
                <c:pt idx="456">
                  <c:v>S00457</c:v>
                </c:pt>
                <c:pt idx="457">
                  <c:v>S00458</c:v>
                </c:pt>
                <c:pt idx="458">
                  <c:v>S00459</c:v>
                </c:pt>
                <c:pt idx="459">
                  <c:v>S00460</c:v>
                </c:pt>
                <c:pt idx="460">
                  <c:v>S00461</c:v>
                </c:pt>
                <c:pt idx="461">
                  <c:v>S00462</c:v>
                </c:pt>
                <c:pt idx="462">
                  <c:v>S00463</c:v>
                </c:pt>
                <c:pt idx="463">
                  <c:v>S00464</c:v>
                </c:pt>
                <c:pt idx="464">
                  <c:v>S00465</c:v>
                </c:pt>
                <c:pt idx="465">
                  <c:v>S00466</c:v>
                </c:pt>
                <c:pt idx="466">
                  <c:v>S00467</c:v>
                </c:pt>
                <c:pt idx="467">
                  <c:v>S00468</c:v>
                </c:pt>
                <c:pt idx="468">
                  <c:v>S00469</c:v>
                </c:pt>
                <c:pt idx="469">
                  <c:v>S00470</c:v>
                </c:pt>
                <c:pt idx="470">
                  <c:v>S00471</c:v>
                </c:pt>
                <c:pt idx="471">
                  <c:v>S00472</c:v>
                </c:pt>
                <c:pt idx="472">
                  <c:v>S00473</c:v>
                </c:pt>
                <c:pt idx="473">
                  <c:v>S00474</c:v>
                </c:pt>
                <c:pt idx="474">
                  <c:v>S00475</c:v>
                </c:pt>
                <c:pt idx="475">
                  <c:v>S00476</c:v>
                </c:pt>
                <c:pt idx="476">
                  <c:v>S00477</c:v>
                </c:pt>
                <c:pt idx="477">
                  <c:v>S00478</c:v>
                </c:pt>
                <c:pt idx="478">
                  <c:v>S00479</c:v>
                </c:pt>
                <c:pt idx="479">
                  <c:v>S00480</c:v>
                </c:pt>
                <c:pt idx="480">
                  <c:v>S00481</c:v>
                </c:pt>
                <c:pt idx="481">
                  <c:v>S00482</c:v>
                </c:pt>
                <c:pt idx="482">
                  <c:v>S00483</c:v>
                </c:pt>
                <c:pt idx="483">
                  <c:v>S00484</c:v>
                </c:pt>
                <c:pt idx="484">
                  <c:v>S00485</c:v>
                </c:pt>
                <c:pt idx="485">
                  <c:v>S00486</c:v>
                </c:pt>
                <c:pt idx="486">
                  <c:v>S00487</c:v>
                </c:pt>
                <c:pt idx="487">
                  <c:v>S00488</c:v>
                </c:pt>
                <c:pt idx="488">
                  <c:v>S00489</c:v>
                </c:pt>
                <c:pt idx="489">
                  <c:v>S00490</c:v>
                </c:pt>
                <c:pt idx="490">
                  <c:v>S00491</c:v>
                </c:pt>
                <c:pt idx="491">
                  <c:v>S00492</c:v>
                </c:pt>
                <c:pt idx="492">
                  <c:v>S00493</c:v>
                </c:pt>
                <c:pt idx="493">
                  <c:v>S00494</c:v>
                </c:pt>
                <c:pt idx="494">
                  <c:v>S00495</c:v>
                </c:pt>
                <c:pt idx="495">
                  <c:v>S00496</c:v>
                </c:pt>
                <c:pt idx="496">
                  <c:v>S00497</c:v>
                </c:pt>
                <c:pt idx="497">
                  <c:v>S00498</c:v>
                </c:pt>
                <c:pt idx="498">
                  <c:v>S00499</c:v>
                </c:pt>
                <c:pt idx="499">
                  <c:v>S00500</c:v>
                </c:pt>
                <c:pt idx="500">
                  <c:v>S00501</c:v>
                </c:pt>
                <c:pt idx="501">
                  <c:v>S00502</c:v>
                </c:pt>
                <c:pt idx="502">
                  <c:v>S00503</c:v>
                </c:pt>
                <c:pt idx="503">
                  <c:v>S00504</c:v>
                </c:pt>
                <c:pt idx="504">
                  <c:v>S00505</c:v>
                </c:pt>
                <c:pt idx="505">
                  <c:v>S00506</c:v>
                </c:pt>
                <c:pt idx="506">
                  <c:v>S00507</c:v>
                </c:pt>
                <c:pt idx="507">
                  <c:v>S00508</c:v>
                </c:pt>
                <c:pt idx="508">
                  <c:v>S00509</c:v>
                </c:pt>
                <c:pt idx="509">
                  <c:v>S00510</c:v>
                </c:pt>
                <c:pt idx="510">
                  <c:v>S00511</c:v>
                </c:pt>
                <c:pt idx="511">
                  <c:v>S00512</c:v>
                </c:pt>
                <c:pt idx="512">
                  <c:v>S00513</c:v>
                </c:pt>
                <c:pt idx="513">
                  <c:v>S00514</c:v>
                </c:pt>
                <c:pt idx="514">
                  <c:v>S00515</c:v>
                </c:pt>
                <c:pt idx="515">
                  <c:v>S00516</c:v>
                </c:pt>
                <c:pt idx="516">
                  <c:v>S00517</c:v>
                </c:pt>
                <c:pt idx="517">
                  <c:v>S00518</c:v>
                </c:pt>
                <c:pt idx="518">
                  <c:v>S00519</c:v>
                </c:pt>
                <c:pt idx="519">
                  <c:v>S00520</c:v>
                </c:pt>
                <c:pt idx="520">
                  <c:v>S00521</c:v>
                </c:pt>
                <c:pt idx="521">
                  <c:v>S00522</c:v>
                </c:pt>
                <c:pt idx="522">
                  <c:v>S00523</c:v>
                </c:pt>
                <c:pt idx="523">
                  <c:v>S00524</c:v>
                </c:pt>
                <c:pt idx="524">
                  <c:v>S00525</c:v>
                </c:pt>
                <c:pt idx="525">
                  <c:v>S00526</c:v>
                </c:pt>
                <c:pt idx="526">
                  <c:v>S00527</c:v>
                </c:pt>
                <c:pt idx="527">
                  <c:v>S00528</c:v>
                </c:pt>
                <c:pt idx="528">
                  <c:v>S00529</c:v>
                </c:pt>
                <c:pt idx="529">
                  <c:v>S00530</c:v>
                </c:pt>
                <c:pt idx="530">
                  <c:v>S00531</c:v>
                </c:pt>
                <c:pt idx="531">
                  <c:v>S00532</c:v>
                </c:pt>
                <c:pt idx="532">
                  <c:v>S00533</c:v>
                </c:pt>
                <c:pt idx="533">
                  <c:v>S00534</c:v>
                </c:pt>
                <c:pt idx="534">
                  <c:v>S00535</c:v>
                </c:pt>
                <c:pt idx="535">
                  <c:v>S00536</c:v>
                </c:pt>
                <c:pt idx="536">
                  <c:v>S00537</c:v>
                </c:pt>
                <c:pt idx="537">
                  <c:v>S00538</c:v>
                </c:pt>
                <c:pt idx="538">
                  <c:v>S00539</c:v>
                </c:pt>
                <c:pt idx="539">
                  <c:v>S00540</c:v>
                </c:pt>
                <c:pt idx="540">
                  <c:v>S00541</c:v>
                </c:pt>
                <c:pt idx="541">
                  <c:v>S00542</c:v>
                </c:pt>
                <c:pt idx="542">
                  <c:v>S00543</c:v>
                </c:pt>
                <c:pt idx="543">
                  <c:v>S00544</c:v>
                </c:pt>
                <c:pt idx="544">
                  <c:v>S00545</c:v>
                </c:pt>
                <c:pt idx="545">
                  <c:v>S00546</c:v>
                </c:pt>
                <c:pt idx="546">
                  <c:v>S00547</c:v>
                </c:pt>
                <c:pt idx="547">
                  <c:v>S00548</c:v>
                </c:pt>
                <c:pt idx="548">
                  <c:v>S00549</c:v>
                </c:pt>
                <c:pt idx="549">
                  <c:v>S00550</c:v>
                </c:pt>
                <c:pt idx="550">
                  <c:v>S00551</c:v>
                </c:pt>
                <c:pt idx="551">
                  <c:v>S00552</c:v>
                </c:pt>
                <c:pt idx="552">
                  <c:v>S00553</c:v>
                </c:pt>
                <c:pt idx="553">
                  <c:v>S00554</c:v>
                </c:pt>
                <c:pt idx="554">
                  <c:v>S00555</c:v>
                </c:pt>
                <c:pt idx="555">
                  <c:v>S00556</c:v>
                </c:pt>
                <c:pt idx="556">
                  <c:v>S00557</c:v>
                </c:pt>
                <c:pt idx="557">
                  <c:v>S00558</c:v>
                </c:pt>
                <c:pt idx="558">
                  <c:v>S00559</c:v>
                </c:pt>
                <c:pt idx="559">
                  <c:v>S00560</c:v>
                </c:pt>
                <c:pt idx="560">
                  <c:v>S00561</c:v>
                </c:pt>
                <c:pt idx="561">
                  <c:v>S00562</c:v>
                </c:pt>
                <c:pt idx="562">
                  <c:v>S00563</c:v>
                </c:pt>
                <c:pt idx="563">
                  <c:v>S00564</c:v>
                </c:pt>
                <c:pt idx="564">
                  <c:v>S00565</c:v>
                </c:pt>
                <c:pt idx="565">
                  <c:v>S00566</c:v>
                </c:pt>
                <c:pt idx="566">
                  <c:v>S00567</c:v>
                </c:pt>
                <c:pt idx="567">
                  <c:v>S00568</c:v>
                </c:pt>
                <c:pt idx="568">
                  <c:v>S00569</c:v>
                </c:pt>
                <c:pt idx="569">
                  <c:v>S00570</c:v>
                </c:pt>
                <c:pt idx="570">
                  <c:v>S00571</c:v>
                </c:pt>
                <c:pt idx="571">
                  <c:v>S00572</c:v>
                </c:pt>
                <c:pt idx="572">
                  <c:v>S00573</c:v>
                </c:pt>
                <c:pt idx="573">
                  <c:v>S00574</c:v>
                </c:pt>
                <c:pt idx="574">
                  <c:v>S00575</c:v>
                </c:pt>
                <c:pt idx="575">
                  <c:v>S00576</c:v>
                </c:pt>
                <c:pt idx="576">
                  <c:v>S00577</c:v>
                </c:pt>
                <c:pt idx="577">
                  <c:v>S00578</c:v>
                </c:pt>
                <c:pt idx="578">
                  <c:v>S00579</c:v>
                </c:pt>
                <c:pt idx="579">
                  <c:v>S00580</c:v>
                </c:pt>
                <c:pt idx="580">
                  <c:v>S00581</c:v>
                </c:pt>
                <c:pt idx="581">
                  <c:v>S00582</c:v>
                </c:pt>
                <c:pt idx="582">
                  <c:v>S00583</c:v>
                </c:pt>
                <c:pt idx="583">
                  <c:v>S00584</c:v>
                </c:pt>
                <c:pt idx="584">
                  <c:v>S00585</c:v>
                </c:pt>
                <c:pt idx="585">
                  <c:v>S00586</c:v>
                </c:pt>
                <c:pt idx="586">
                  <c:v>S00587</c:v>
                </c:pt>
                <c:pt idx="587">
                  <c:v>S00588</c:v>
                </c:pt>
                <c:pt idx="588">
                  <c:v>S00589</c:v>
                </c:pt>
                <c:pt idx="589">
                  <c:v>S00590</c:v>
                </c:pt>
                <c:pt idx="590">
                  <c:v>S00591</c:v>
                </c:pt>
                <c:pt idx="591">
                  <c:v>S00592</c:v>
                </c:pt>
                <c:pt idx="592">
                  <c:v>S00593</c:v>
                </c:pt>
                <c:pt idx="593">
                  <c:v>S00594</c:v>
                </c:pt>
                <c:pt idx="594">
                  <c:v>S00595</c:v>
                </c:pt>
                <c:pt idx="595">
                  <c:v>S00596</c:v>
                </c:pt>
                <c:pt idx="596">
                  <c:v>S00597</c:v>
                </c:pt>
                <c:pt idx="597">
                  <c:v>S00598</c:v>
                </c:pt>
                <c:pt idx="598">
                  <c:v>S00599</c:v>
                </c:pt>
                <c:pt idx="599">
                  <c:v>S00600</c:v>
                </c:pt>
                <c:pt idx="600">
                  <c:v>S00601</c:v>
                </c:pt>
                <c:pt idx="601">
                  <c:v>S00602</c:v>
                </c:pt>
                <c:pt idx="602">
                  <c:v>S00603</c:v>
                </c:pt>
                <c:pt idx="603">
                  <c:v>S00604</c:v>
                </c:pt>
                <c:pt idx="604">
                  <c:v>S00605</c:v>
                </c:pt>
                <c:pt idx="605">
                  <c:v>S00606</c:v>
                </c:pt>
                <c:pt idx="606">
                  <c:v>S00607</c:v>
                </c:pt>
                <c:pt idx="607">
                  <c:v>S00608</c:v>
                </c:pt>
                <c:pt idx="608">
                  <c:v>S00609</c:v>
                </c:pt>
                <c:pt idx="609">
                  <c:v>S00610</c:v>
                </c:pt>
                <c:pt idx="610">
                  <c:v>S00611</c:v>
                </c:pt>
                <c:pt idx="611">
                  <c:v>S00612</c:v>
                </c:pt>
                <c:pt idx="612">
                  <c:v>S00613</c:v>
                </c:pt>
                <c:pt idx="613">
                  <c:v>S00614</c:v>
                </c:pt>
                <c:pt idx="614">
                  <c:v>S00615</c:v>
                </c:pt>
                <c:pt idx="615">
                  <c:v>S00616</c:v>
                </c:pt>
                <c:pt idx="616">
                  <c:v>S00617</c:v>
                </c:pt>
                <c:pt idx="617">
                  <c:v>S00618</c:v>
                </c:pt>
                <c:pt idx="618">
                  <c:v>S00619</c:v>
                </c:pt>
                <c:pt idx="619">
                  <c:v>S00620</c:v>
                </c:pt>
                <c:pt idx="620">
                  <c:v>S00621</c:v>
                </c:pt>
                <c:pt idx="621">
                  <c:v>S00622</c:v>
                </c:pt>
                <c:pt idx="622">
                  <c:v>S00623</c:v>
                </c:pt>
                <c:pt idx="623">
                  <c:v>S00624</c:v>
                </c:pt>
                <c:pt idx="624">
                  <c:v>S00625</c:v>
                </c:pt>
                <c:pt idx="625">
                  <c:v>S00626</c:v>
                </c:pt>
                <c:pt idx="626">
                  <c:v>S00627</c:v>
                </c:pt>
                <c:pt idx="627">
                  <c:v>S00628</c:v>
                </c:pt>
                <c:pt idx="628">
                  <c:v>S00629</c:v>
                </c:pt>
                <c:pt idx="629">
                  <c:v>S00630</c:v>
                </c:pt>
                <c:pt idx="630">
                  <c:v>S00631</c:v>
                </c:pt>
                <c:pt idx="631">
                  <c:v>S00632</c:v>
                </c:pt>
                <c:pt idx="632">
                  <c:v>S00633</c:v>
                </c:pt>
                <c:pt idx="633">
                  <c:v>S00634</c:v>
                </c:pt>
                <c:pt idx="634">
                  <c:v>S00635</c:v>
                </c:pt>
                <c:pt idx="635">
                  <c:v>S00636</c:v>
                </c:pt>
                <c:pt idx="636">
                  <c:v>S00637</c:v>
                </c:pt>
                <c:pt idx="637">
                  <c:v>S00638</c:v>
                </c:pt>
                <c:pt idx="638">
                  <c:v>S00639</c:v>
                </c:pt>
                <c:pt idx="639">
                  <c:v>S00640</c:v>
                </c:pt>
                <c:pt idx="640">
                  <c:v>S00641</c:v>
                </c:pt>
                <c:pt idx="641">
                  <c:v>S00642</c:v>
                </c:pt>
                <c:pt idx="642">
                  <c:v>S00643</c:v>
                </c:pt>
                <c:pt idx="643">
                  <c:v>S00644</c:v>
                </c:pt>
                <c:pt idx="644">
                  <c:v>S00645</c:v>
                </c:pt>
                <c:pt idx="645">
                  <c:v>S00646</c:v>
                </c:pt>
                <c:pt idx="646">
                  <c:v>S00647</c:v>
                </c:pt>
                <c:pt idx="647">
                  <c:v>S00648</c:v>
                </c:pt>
                <c:pt idx="648">
                  <c:v>S00649</c:v>
                </c:pt>
                <c:pt idx="649">
                  <c:v>S00650</c:v>
                </c:pt>
                <c:pt idx="650">
                  <c:v>S00651</c:v>
                </c:pt>
                <c:pt idx="651">
                  <c:v>S00652</c:v>
                </c:pt>
                <c:pt idx="652">
                  <c:v>S00653</c:v>
                </c:pt>
                <c:pt idx="653">
                  <c:v>S00654</c:v>
                </c:pt>
                <c:pt idx="654">
                  <c:v>S00655</c:v>
                </c:pt>
                <c:pt idx="655">
                  <c:v>S00656</c:v>
                </c:pt>
                <c:pt idx="656">
                  <c:v>S00657</c:v>
                </c:pt>
                <c:pt idx="657">
                  <c:v>S00658</c:v>
                </c:pt>
                <c:pt idx="658">
                  <c:v>S00659</c:v>
                </c:pt>
                <c:pt idx="659">
                  <c:v>S00660</c:v>
                </c:pt>
                <c:pt idx="660">
                  <c:v>S00661</c:v>
                </c:pt>
                <c:pt idx="661">
                  <c:v>S00662</c:v>
                </c:pt>
                <c:pt idx="662">
                  <c:v>S00663</c:v>
                </c:pt>
                <c:pt idx="663">
                  <c:v>S00664</c:v>
                </c:pt>
                <c:pt idx="664">
                  <c:v>S00665</c:v>
                </c:pt>
                <c:pt idx="665">
                  <c:v>S00666</c:v>
                </c:pt>
                <c:pt idx="666">
                  <c:v>S00667</c:v>
                </c:pt>
                <c:pt idx="667">
                  <c:v>S00668</c:v>
                </c:pt>
                <c:pt idx="668">
                  <c:v>S00669</c:v>
                </c:pt>
                <c:pt idx="669">
                  <c:v>S00670</c:v>
                </c:pt>
                <c:pt idx="670">
                  <c:v>S00671</c:v>
                </c:pt>
                <c:pt idx="671">
                  <c:v>S00672</c:v>
                </c:pt>
                <c:pt idx="672">
                  <c:v>S00673</c:v>
                </c:pt>
                <c:pt idx="673">
                  <c:v>S00674</c:v>
                </c:pt>
                <c:pt idx="674">
                  <c:v>S00675</c:v>
                </c:pt>
                <c:pt idx="675">
                  <c:v>S00676</c:v>
                </c:pt>
                <c:pt idx="676">
                  <c:v>S00677</c:v>
                </c:pt>
                <c:pt idx="677">
                  <c:v>S00678</c:v>
                </c:pt>
                <c:pt idx="678">
                  <c:v>S00679</c:v>
                </c:pt>
                <c:pt idx="679">
                  <c:v>S00680</c:v>
                </c:pt>
                <c:pt idx="680">
                  <c:v>S00681</c:v>
                </c:pt>
                <c:pt idx="681">
                  <c:v>S00682</c:v>
                </c:pt>
                <c:pt idx="682">
                  <c:v>S00683</c:v>
                </c:pt>
                <c:pt idx="683">
                  <c:v>S00684</c:v>
                </c:pt>
                <c:pt idx="684">
                  <c:v>S00685</c:v>
                </c:pt>
                <c:pt idx="685">
                  <c:v>S00686</c:v>
                </c:pt>
                <c:pt idx="686">
                  <c:v>S00687</c:v>
                </c:pt>
                <c:pt idx="687">
                  <c:v>S00688</c:v>
                </c:pt>
                <c:pt idx="688">
                  <c:v>S00689</c:v>
                </c:pt>
                <c:pt idx="689">
                  <c:v>S00690</c:v>
                </c:pt>
                <c:pt idx="690">
                  <c:v>S00691</c:v>
                </c:pt>
                <c:pt idx="691">
                  <c:v>S00692</c:v>
                </c:pt>
                <c:pt idx="692">
                  <c:v>S00693</c:v>
                </c:pt>
                <c:pt idx="693">
                  <c:v>S00694</c:v>
                </c:pt>
                <c:pt idx="694">
                  <c:v>S00695</c:v>
                </c:pt>
                <c:pt idx="695">
                  <c:v>S00696</c:v>
                </c:pt>
                <c:pt idx="696">
                  <c:v>S00697</c:v>
                </c:pt>
                <c:pt idx="697">
                  <c:v>S00698</c:v>
                </c:pt>
                <c:pt idx="698">
                  <c:v>S00699</c:v>
                </c:pt>
                <c:pt idx="699">
                  <c:v>S00700</c:v>
                </c:pt>
                <c:pt idx="700">
                  <c:v>S00701</c:v>
                </c:pt>
                <c:pt idx="701">
                  <c:v>S00702</c:v>
                </c:pt>
                <c:pt idx="702">
                  <c:v>S00703</c:v>
                </c:pt>
                <c:pt idx="703">
                  <c:v>S00704</c:v>
                </c:pt>
                <c:pt idx="704">
                  <c:v>S00705</c:v>
                </c:pt>
                <c:pt idx="705">
                  <c:v>S00706</c:v>
                </c:pt>
                <c:pt idx="706">
                  <c:v>S00707</c:v>
                </c:pt>
                <c:pt idx="707">
                  <c:v>S00708</c:v>
                </c:pt>
                <c:pt idx="708">
                  <c:v>S00709</c:v>
                </c:pt>
                <c:pt idx="709">
                  <c:v>S00710</c:v>
                </c:pt>
                <c:pt idx="710">
                  <c:v>S00711</c:v>
                </c:pt>
                <c:pt idx="711">
                  <c:v>S00712</c:v>
                </c:pt>
                <c:pt idx="712">
                  <c:v>S00713</c:v>
                </c:pt>
                <c:pt idx="713">
                  <c:v>S00714</c:v>
                </c:pt>
                <c:pt idx="714">
                  <c:v>S00715</c:v>
                </c:pt>
                <c:pt idx="715">
                  <c:v>S00716</c:v>
                </c:pt>
                <c:pt idx="716">
                  <c:v>S00717</c:v>
                </c:pt>
                <c:pt idx="717">
                  <c:v>S00718</c:v>
                </c:pt>
                <c:pt idx="718">
                  <c:v>S00719</c:v>
                </c:pt>
                <c:pt idx="719">
                  <c:v>S00720</c:v>
                </c:pt>
                <c:pt idx="720">
                  <c:v>S00721</c:v>
                </c:pt>
                <c:pt idx="721">
                  <c:v>S00722</c:v>
                </c:pt>
                <c:pt idx="722">
                  <c:v>S00723</c:v>
                </c:pt>
                <c:pt idx="723">
                  <c:v>S00724</c:v>
                </c:pt>
                <c:pt idx="724">
                  <c:v>S00725</c:v>
                </c:pt>
                <c:pt idx="725">
                  <c:v>S00726</c:v>
                </c:pt>
                <c:pt idx="726">
                  <c:v>S00727</c:v>
                </c:pt>
                <c:pt idx="727">
                  <c:v>S00728</c:v>
                </c:pt>
                <c:pt idx="728">
                  <c:v>S00729</c:v>
                </c:pt>
                <c:pt idx="729">
                  <c:v>S00730</c:v>
                </c:pt>
                <c:pt idx="730">
                  <c:v>S00731</c:v>
                </c:pt>
                <c:pt idx="731">
                  <c:v>S00732</c:v>
                </c:pt>
                <c:pt idx="732">
                  <c:v>S00733</c:v>
                </c:pt>
                <c:pt idx="733">
                  <c:v>S00734</c:v>
                </c:pt>
                <c:pt idx="734">
                  <c:v>S00735</c:v>
                </c:pt>
                <c:pt idx="735">
                  <c:v>S00736</c:v>
                </c:pt>
                <c:pt idx="736">
                  <c:v>S00737</c:v>
                </c:pt>
                <c:pt idx="737">
                  <c:v>S00738</c:v>
                </c:pt>
                <c:pt idx="738">
                  <c:v>S00739</c:v>
                </c:pt>
                <c:pt idx="739">
                  <c:v>S00740</c:v>
                </c:pt>
                <c:pt idx="740">
                  <c:v>S00741</c:v>
                </c:pt>
                <c:pt idx="741">
                  <c:v>S00742</c:v>
                </c:pt>
                <c:pt idx="742">
                  <c:v>S00743</c:v>
                </c:pt>
                <c:pt idx="743">
                  <c:v>S00744</c:v>
                </c:pt>
                <c:pt idx="744">
                  <c:v>S00745</c:v>
                </c:pt>
                <c:pt idx="745">
                  <c:v>S00746</c:v>
                </c:pt>
                <c:pt idx="746">
                  <c:v>S00747</c:v>
                </c:pt>
                <c:pt idx="747">
                  <c:v>S00748</c:v>
                </c:pt>
                <c:pt idx="748">
                  <c:v>S00749</c:v>
                </c:pt>
                <c:pt idx="749">
                  <c:v>S00750</c:v>
                </c:pt>
                <c:pt idx="750">
                  <c:v>S00751</c:v>
                </c:pt>
                <c:pt idx="751">
                  <c:v>S00752</c:v>
                </c:pt>
                <c:pt idx="752">
                  <c:v>S00753</c:v>
                </c:pt>
                <c:pt idx="753">
                  <c:v>S00754</c:v>
                </c:pt>
                <c:pt idx="754">
                  <c:v>S00755</c:v>
                </c:pt>
                <c:pt idx="755">
                  <c:v>S00756</c:v>
                </c:pt>
                <c:pt idx="756">
                  <c:v>S00757</c:v>
                </c:pt>
                <c:pt idx="757">
                  <c:v>S00758</c:v>
                </c:pt>
                <c:pt idx="758">
                  <c:v>S00759</c:v>
                </c:pt>
                <c:pt idx="759">
                  <c:v>S00760</c:v>
                </c:pt>
                <c:pt idx="760">
                  <c:v>S00761</c:v>
                </c:pt>
                <c:pt idx="761">
                  <c:v>S00762</c:v>
                </c:pt>
                <c:pt idx="762">
                  <c:v>S00763</c:v>
                </c:pt>
                <c:pt idx="763">
                  <c:v>S00764</c:v>
                </c:pt>
                <c:pt idx="764">
                  <c:v>S00765</c:v>
                </c:pt>
                <c:pt idx="765">
                  <c:v>S00766</c:v>
                </c:pt>
                <c:pt idx="766">
                  <c:v>S00767</c:v>
                </c:pt>
                <c:pt idx="767">
                  <c:v>S00768</c:v>
                </c:pt>
                <c:pt idx="768">
                  <c:v>S00769</c:v>
                </c:pt>
                <c:pt idx="769">
                  <c:v>S00770</c:v>
                </c:pt>
                <c:pt idx="770">
                  <c:v>S00771</c:v>
                </c:pt>
                <c:pt idx="771">
                  <c:v>S00772</c:v>
                </c:pt>
                <c:pt idx="772">
                  <c:v>S00773</c:v>
                </c:pt>
                <c:pt idx="773">
                  <c:v>S00774</c:v>
                </c:pt>
                <c:pt idx="774">
                  <c:v>S00775</c:v>
                </c:pt>
                <c:pt idx="775">
                  <c:v>S00776</c:v>
                </c:pt>
                <c:pt idx="776">
                  <c:v>S00777</c:v>
                </c:pt>
                <c:pt idx="777">
                  <c:v>S00778</c:v>
                </c:pt>
                <c:pt idx="778">
                  <c:v>S00779</c:v>
                </c:pt>
                <c:pt idx="779">
                  <c:v>S00780</c:v>
                </c:pt>
                <c:pt idx="780">
                  <c:v>S00781</c:v>
                </c:pt>
                <c:pt idx="781">
                  <c:v>S00782</c:v>
                </c:pt>
                <c:pt idx="782">
                  <c:v>S00783</c:v>
                </c:pt>
                <c:pt idx="783">
                  <c:v>S00784</c:v>
                </c:pt>
                <c:pt idx="784">
                  <c:v>S00785</c:v>
                </c:pt>
                <c:pt idx="785">
                  <c:v>S00786</c:v>
                </c:pt>
                <c:pt idx="786">
                  <c:v>S00787</c:v>
                </c:pt>
                <c:pt idx="787">
                  <c:v>S00788</c:v>
                </c:pt>
                <c:pt idx="788">
                  <c:v>S00789</c:v>
                </c:pt>
                <c:pt idx="789">
                  <c:v>S00790</c:v>
                </c:pt>
                <c:pt idx="790">
                  <c:v>S00791</c:v>
                </c:pt>
                <c:pt idx="791">
                  <c:v>S00792</c:v>
                </c:pt>
                <c:pt idx="792">
                  <c:v>S00793</c:v>
                </c:pt>
                <c:pt idx="793">
                  <c:v>S00794</c:v>
                </c:pt>
                <c:pt idx="794">
                  <c:v>S00795</c:v>
                </c:pt>
                <c:pt idx="795">
                  <c:v>S00796</c:v>
                </c:pt>
                <c:pt idx="796">
                  <c:v>S00797</c:v>
                </c:pt>
                <c:pt idx="797">
                  <c:v>S00798</c:v>
                </c:pt>
                <c:pt idx="798">
                  <c:v>S00799</c:v>
                </c:pt>
                <c:pt idx="799">
                  <c:v>S00800</c:v>
                </c:pt>
                <c:pt idx="800">
                  <c:v>S00801</c:v>
                </c:pt>
                <c:pt idx="801">
                  <c:v>S00802</c:v>
                </c:pt>
                <c:pt idx="802">
                  <c:v>S00803</c:v>
                </c:pt>
                <c:pt idx="803">
                  <c:v>S00804</c:v>
                </c:pt>
                <c:pt idx="804">
                  <c:v>S00805</c:v>
                </c:pt>
                <c:pt idx="805">
                  <c:v>S00806</c:v>
                </c:pt>
                <c:pt idx="806">
                  <c:v>S00807</c:v>
                </c:pt>
                <c:pt idx="807">
                  <c:v>S00808</c:v>
                </c:pt>
                <c:pt idx="808">
                  <c:v>S00809</c:v>
                </c:pt>
                <c:pt idx="809">
                  <c:v>S00810</c:v>
                </c:pt>
                <c:pt idx="810">
                  <c:v>S00811</c:v>
                </c:pt>
                <c:pt idx="811">
                  <c:v>S00812</c:v>
                </c:pt>
                <c:pt idx="812">
                  <c:v>S00813</c:v>
                </c:pt>
                <c:pt idx="813">
                  <c:v>S00814</c:v>
                </c:pt>
                <c:pt idx="814">
                  <c:v>S00815</c:v>
                </c:pt>
                <c:pt idx="815">
                  <c:v>S00816</c:v>
                </c:pt>
                <c:pt idx="816">
                  <c:v>S00817</c:v>
                </c:pt>
                <c:pt idx="817">
                  <c:v>S00818</c:v>
                </c:pt>
                <c:pt idx="818">
                  <c:v>S00819</c:v>
                </c:pt>
                <c:pt idx="819">
                  <c:v>S00820</c:v>
                </c:pt>
                <c:pt idx="820">
                  <c:v>S00821</c:v>
                </c:pt>
                <c:pt idx="821">
                  <c:v>S00822</c:v>
                </c:pt>
                <c:pt idx="822">
                  <c:v>S00823</c:v>
                </c:pt>
                <c:pt idx="823">
                  <c:v>S00824</c:v>
                </c:pt>
                <c:pt idx="824">
                  <c:v>S00825</c:v>
                </c:pt>
                <c:pt idx="825">
                  <c:v>S00826</c:v>
                </c:pt>
                <c:pt idx="826">
                  <c:v>S00827</c:v>
                </c:pt>
                <c:pt idx="827">
                  <c:v>S00828</c:v>
                </c:pt>
                <c:pt idx="828">
                  <c:v>S00829</c:v>
                </c:pt>
                <c:pt idx="829">
                  <c:v>S00830</c:v>
                </c:pt>
                <c:pt idx="830">
                  <c:v>S00831</c:v>
                </c:pt>
                <c:pt idx="831">
                  <c:v>S00832</c:v>
                </c:pt>
                <c:pt idx="832">
                  <c:v>S00833</c:v>
                </c:pt>
                <c:pt idx="833">
                  <c:v>S00834</c:v>
                </c:pt>
                <c:pt idx="834">
                  <c:v>S00835</c:v>
                </c:pt>
                <c:pt idx="835">
                  <c:v>S00836</c:v>
                </c:pt>
                <c:pt idx="836">
                  <c:v>S00837</c:v>
                </c:pt>
                <c:pt idx="837">
                  <c:v>S00838</c:v>
                </c:pt>
                <c:pt idx="838">
                  <c:v>S00839</c:v>
                </c:pt>
                <c:pt idx="839">
                  <c:v>S00840</c:v>
                </c:pt>
                <c:pt idx="840">
                  <c:v>S00841</c:v>
                </c:pt>
                <c:pt idx="841">
                  <c:v>S00842</c:v>
                </c:pt>
                <c:pt idx="842">
                  <c:v>S00843</c:v>
                </c:pt>
                <c:pt idx="843">
                  <c:v>S00844</c:v>
                </c:pt>
                <c:pt idx="844">
                  <c:v>S00845</c:v>
                </c:pt>
                <c:pt idx="845">
                  <c:v>S00846</c:v>
                </c:pt>
                <c:pt idx="846">
                  <c:v>S00847</c:v>
                </c:pt>
                <c:pt idx="847">
                  <c:v>S00848</c:v>
                </c:pt>
                <c:pt idx="848">
                  <c:v>S00849</c:v>
                </c:pt>
                <c:pt idx="849">
                  <c:v>S00850</c:v>
                </c:pt>
                <c:pt idx="850">
                  <c:v>S00851</c:v>
                </c:pt>
                <c:pt idx="851">
                  <c:v>S00852</c:v>
                </c:pt>
                <c:pt idx="852">
                  <c:v>S00853</c:v>
                </c:pt>
                <c:pt idx="853">
                  <c:v>S00854</c:v>
                </c:pt>
                <c:pt idx="854">
                  <c:v>S00855</c:v>
                </c:pt>
                <c:pt idx="855">
                  <c:v>S00856</c:v>
                </c:pt>
                <c:pt idx="856">
                  <c:v>S00857</c:v>
                </c:pt>
                <c:pt idx="857">
                  <c:v>S00858</c:v>
                </c:pt>
                <c:pt idx="858">
                  <c:v>S00859</c:v>
                </c:pt>
                <c:pt idx="859">
                  <c:v>S00860</c:v>
                </c:pt>
                <c:pt idx="860">
                  <c:v>S00861</c:v>
                </c:pt>
                <c:pt idx="861">
                  <c:v>S00862</c:v>
                </c:pt>
                <c:pt idx="862">
                  <c:v>S00863</c:v>
                </c:pt>
                <c:pt idx="863">
                  <c:v>S00864</c:v>
                </c:pt>
                <c:pt idx="864">
                  <c:v>S00865</c:v>
                </c:pt>
                <c:pt idx="865">
                  <c:v>S00866</c:v>
                </c:pt>
                <c:pt idx="866">
                  <c:v>S00867</c:v>
                </c:pt>
                <c:pt idx="867">
                  <c:v>S00868</c:v>
                </c:pt>
                <c:pt idx="868">
                  <c:v>S00869</c:v>
                </c:pt>
                <c:pt idx="869">
                  <c:v>S00870</c:v>
                </c:pt>
                <c:pt idx="870">
                  <c:v>S00871</c:v>
                </c:pt>
                <c:pt idx="871">
                  <c:v>S00872</c:v>
                </c:pt>
                <c:pt idx="872">
                  <c:v>S00873</c:v>
                </c:pt>
                <c:pt idx="873">
                  <c:v>S00874</c:v>
                </c:pt>
                <c:pt idx="874">
                  <c:v>S00875</c:v>
                </c:pt>
                <c:pt idx="875">
                  <c:v>S00876</c:v>
                </c:pt>
                <c:pt idx="876">
                  <c:v>S00877</c:v>
                </c:pt>
                <c:pt idx="877">
                  <c:v>S00878</c:v>
                </c:pt>
                <c:pt idx="878">
                  <c:v>S00879</c:v>
                </c:pt>
                <c:pt idx="879">
                  <c:v>S00880</c:v>
                </c:pt>
                <c:pt idx="880">
                  <c:v>S00881</c:v>
                </c:pt>
                <c:pt idx="881">
                  <c:v>S00882</c:v>
                </c:pt>
                <c:pt idx="882">
                  <c:v>S00883</c:v>
                </c:pt>
                <c:pt idx="883">
                  <c:v>S00884</c:v>
                </c:pt>
                <c:pt idx="884">
                  <c:v>S00885</c:v>
                </c:pt>
                <c:pt idx="885">
                  <c:v>S00886</c:v>
                </c:pt>
                <c:pt idx="886">
                  <c:v>S00887</c:v>
                </c:pt>
                <c:pt idx="887">
                  <c:v>S00888</c:v>
                </c:pt>
                <c:pt idx="888">
                  <c:v>S00889</c:v>
                </c:pt>
                <c:pt idx="889">
                  <c:v>S00890</c:v>
                </c:pt>
                <c:pt idx="890">
                  <c:v>S00891</c:v>
                </c:pt>
                <c:pt idx="891">
                  <c:v>S00892</c:v>
                </c:pt>
                <c:pt idx="892">
                  <c:v>S00893</c:v>
                </c:pt>
                <c:pt idx="893">
                  <c:v>S00894</c:v>
                </c:pt>
                <c:pt idx="894">
                  <c:v>S00895</c:v>
                </c:pt>
                <c:pt idx="895">
                  <c:v>S00896</c:v>
                </c:pt>
                <c:pt idx="896">
                  <c:v>S00897</c:v>
                </c:pt>
                <c:pt idx="897">
                  <c:v>S00898</c:v>
                </c:pt>
                <c:pt idx="898">
                  <c:v>S00899</c:v>
                </c:pt>
                <c:pt idx="899">
                  <c:v>S00900</c:v>
                </c:pt>
                <c:pt idx="900">
                  <c:v>S00901</c:v>
                </c:pt>
                <c:pt idx="901">
                  <c:v>S00902</c:v>
                </c:pt>
                <c:pt idx="902">
                  <c:v>S00903</c:v>
                </c:pt>
                <c:pt idx="903">
                  <c:v>S00904</c:v>
                </c:pt>
                <c:pt idx="904">
                  <c:v>S00905</c:v>
                </c:pt>
                <c:pt idx="905">
                  <c:v>S00906</c:v>
                </c:pt>
                <c:pt idx="906">
                  <c:v>S00907</c:v>
                </c:pt>
                <c:pt idx="907">
                  <c:v>S00908</c:v>
                </c:pt>
                <c:pt idx="908">
                  <c:v>S00909</c:v>
                </c:pt>
                <c:pt idx="909">
                  <c:v>S00910</c:v>
                </c:pt>
                <c:pt idx="910">
                  <c:v>S00911</c:v>
                </c:pt>
                <c:pt idx="911">
                  <c:v>S00912</c:v>
                </c:pt>
                <c:pt idx="912">
                  <c:v>S00913</c:v>
                </c:pt>
                <c:pt idx="913">
                  <c:v>S00914</c:v>
                </c:pt>
                <c:pt idx="914">
                  <c:v>S00915</c:v>
                </c:pt>
                <c:pt idx="915">
                  <c:v>S00916</c:v>
                </c:pt>
                <c:pt idx="916">
                  <c:v>S00917</c:v>
                </c:pt>
                <c:pt idx="917">
                  <c:v>S00918</c:v>
                </c:pt>
                <c:pt idx="918">
                  <c:v>S00919</c:v>
                </c:pt>
                <c:pt idx="919">
                  <c:v>S00920</c:v>
                </c:pt>
                <c:pt idx="920">
                  <c:v>S00921</c:v>
                </c:pt>
                <c:pt idx="921">
                  <c:v>S00922</c:v>
                </c:pt>
                <c:pt idx="922">
                  <c:v>S00923</c:v>
                </c:pt>
                <c:pt idx="923">
                  <c:v>S00924</c:v>
                </c:pt>
                <c:pt idx="924">
                  <c:v>S00925</c:v>
                </c:pt>
                <c:pt idx="925">
                  <c:v>S00926</c:v>
                </c:pt>
                <c:pt idx="926">
                  <c:v>S00927</c:v>
                </c:pt>
                <c:pt idx="927">
                  <c:v>S00928</c:v>
                </c:pt>
                <c:pt idx="928">
                  <c:v>S00929</c:v>
                </c:pt>
                <c:pt idx="929">
                  <c:v>S00930</c:v>
                </c:pt>
                <c:pt idx="930">
                  <c:v>S00931</c:v>
                </c:pt>
                <c:pt idx="931">
                  <c:v>S00932</c:v>
                </c:pt>
                <c:pt idx="932">
                  <c:v>S00933</c:v>
                </c:pt>
                <c:pt idx="933">
                  <c:v>S00934</c:v>
                </c:pt>
                <c:pt idx="934">
                  <c:v>S00935</c:v>
                </c:pt>
                <c:pt idx="935">
                  <c:v>S00936</c:v>
                </c:pt>
                <c:pt idx="936">
                  <c:v>S00937</c:v>
                </c:pt>
                <c:pt idx="937">
                  <c:v>S00938</c:v>
                </c:pt>
                <c:pt idx="938">
                  <c:v>S00939</c:v>
                </c:pt>
                <c:pt idx="939">
                  <c:v>S00940</c:v>
                </c:pt>
                <c:pt idx="940">
                  <c:v>S00941</c:v>
                </c:pt>
                <c:pt idx="941">
                  <c:v>S00942</c:v>
                </c:pt>
                <c:pt idx="942">
                  <c:v>S00943</c:v>
                </c:pt>
                <c:pt idx="943">
                  <c:v>S00944</c:v>
                </c:pt>
                <c:pt idx="944">
                  <c:v>S00945</c:v>
                </c:pt>
                <c:pt idx="945">
                  <c:v>S00946</c:v>
                </c:pt>
                <c:pt idx="946">
                  <c:v>S00947</c:v>
                </c:pt>
                <c:pt idx="947">
                  <c:v>S00948</c:v>
                </c:pt>
                <c:pt idx="948">
                  <c:v>S00949</c:v>
                </c:pt>
                <c:pt idx="949">
                  <c:v>S00950</c:v>
                </c:pt>
                <c:pt idx="950">
                  <c:v>S00951</c:v>
                </c:pt>
                <c:pt idx="951">
                  <c:v>S00952</c:v>
                </c:pt>
                <c:pt idx="952">
                  <c:v>S00953</c:v>
                </c:pt>
                <c:pt idx="953">
                  <c:v>S00954</c:v>
                </c:pt>
                <c:pt idx="954">
                  <c:v>S00955</c:v>
                </c:pt>
                <c:pt idx="955">
                  <c:v>S00956</c:v>
                </c:pt>
                <c:pt idx="956">
                  <c:v>S00957</c:v>
                </c:pt>
                <c:pt idx="957">
                  <c:v>S00958</c:v>
                </c:pt>
                <c:pt idx="958">
                  <c:v>S00959</c:v>
                </c:pt>
                <c:pt idx="959">
                  <c:v>S00960</c:v>
                </c:pt>
                <c:pt idx="960">
                  <c:v>S00961</c:v>
                </c:pt>
                <c:pt idx="961">
                  <c:v>S00962</c:v>
                </c:pt>
                <c:pt idx="962">
                  <c:v>S00963</c:v>
                </c:pt>
                <c:pt idx="963">
                  <c:v>S00964</c:v>
                </c:pt>
                <c:pt idx="964">
                  <c:v>S00965</c:v>
                </c:pt>
                <c:pt idx="965">
                  <c:v>S00966</c:v>
                </c:pt>
                <c:pt idx="966">
                  <c:v>S00967</c:v>
                </c:pt>
                <c:pt idx="967">
                  <c:v>S00968</c:v>
                </c:pt>
                <c:pt idx="968">
                  <c:v>S00969</c:v>
                </c:pt>
                <c:pt idx="969">
                  <c:v>S00970</c:v>
                </c:pt>
                <c:pt idx="970">
                  <c:v>S00971</c:v>
                </c:pt>
                <c:pt idx="971">
                  <c:v>S00972</c:v>
                </c:pt>
                <c:pt idx="972">
                  <c:v>S00973</c:v>
                </c:pt>
                <c:pt idx="973">
                  <c:v>S00974</c:v>
                </c:pt>
                <c:pt idx="974">
                  <c:v>S00975</c:v>
                </c:pt>
                <c:pt idx="975">
                  <c:v>S00976</c:v>
                </c:pt>
                <c:pt idx="976">
                  <c:v>S00977</c:v>
                </c:pt>
                <c:pt idx="977">
                  <c:v>S00978</c:v>
                </c:pt>
                <c:pt idx="978">
                  <c:v>S00979</c:v>
                </c:pt>
                <c:pt idx="979">
                  <c:v>S00980</c:v>
                </c:pt>
                <c:pt idx="980">
                  <c:v>S00981</c:v>
                </c:pt>
                <c:pt idx="981">
                  <c:v>S00982</c:v>
                </c:pt>
                <c:pt idx="982">
                  <c:v>S00983</c:v>
                </c:pt>
                <c:pt idx="983">
                  <c:v>S00984</c:v>
                </c:pt>
                <c:pt idx="984">
                  <c:v>S00985</c:v>
                </c:pt>
                <c:pt idx="985">
                  <c:v>S00986</c:v>
                </c:pt>
                <c:pt idx="986">
                  <c:v>S00987</c:v>
                </c:pt>
                <c:pt idx="987">
                  <c:v>S00988</c:v>
                </c:pt>
                <c:pt idx="988">
                  <c:v>S00989</c:v>
                </c:pt>
                <c:pt idx="989">
                  <c:v>S00990</c:v>
                </c:pt>
                <c:pt idx="990">
                  <c:v>S00991</c:v>
                </c:pt>
                <c:pt idx="991">
                  <c:v>S00992</c:v>
                </c:pt>
                <c:pt idx="992">
                  <c:v>S00993</c:v>
                </c:pt>
                <c:pt idx="993">
                  <c:v>S00994</c:v>
                </c:pt>
                <c:pt idx="994">
                  <c:v>S00995</c:v>
                </c:pt>
                <c:pt idx="995">
                  <c:v>S00996</c:v>
                </c:pt>
                <c:pt idx="996">
                  <c:v>S00997</c:v>
                </c:pt>
                <c:pt idx="997">
                  <c:v>S00998</c:v>
                </c:pt>
                <c:pt idx="998">
                  <c:v>S00999</c:v>
                </c:pt>
                <c:pt idx="999">
                  <c:v>S01000</c:v>
                </c:pt>
              </c:strCache>
            </c:strRef>
          </c:cat>
          <c:val>
            <c:numRef>
              <c:f>'2'!$B$2:$B$1001</c:f>
              <c:numCache>
                <c:formatCode>General</c:formatCode>
                <c:ptCount val="1000"/>
                <c:pt idx="0">
                  <c:v>279</c:v>
                </c:pt>
                <c:pt idx="1">
                  <c:v>279</c:v>
                </c:pt>
                <c:pt idx="2">
                  <c:v>271</c:v>
                </c:pt>
                <c:pt idx="3">
                  <c:v>265</c:v>
                </c:pt>
                <c:pt idx="4">
                  <c:v>264</c:v>
                </c:pt>
                <c:pt idx="5">
                  <c:v>262</c:v>
                </c:pt>
                <c:pt idx="6">
                  <c:v>260</c:v>
                </c:pt>
                <c:pt idx="7">
                  <c:v>256</c:v>
                </c:pt>
                <c:pt idx="8">
                  <c:v>255</c:v>
                </c:pt>
                <c:pt idx="9">
                  <c:v>253</c:v>
                </c:pt>
                <c:pt idx="10">
                  <c:v>252</c:v>
                </c:pt>
                <c:pt idx="11">
                  <c:v>249</c:v>
                </c:pt>
                <c:pt idx="12">
                  <c:v>249</c:v>
                </c:pt>
                <c:pt idx="13">
                  <c:v>247</c:v>
                </c:pt>
                <c:pt idx="14">
                  <c:v>246</c:v>
                </c:pt>
                <c:pt idx="15">
                  <c:v>245</c:v>
                </c:pt>
                <c:pt idx="16">
                  <c:v>243</c:v>
                </c:pt>
                <c:pt idx="17">
                  <c:v>238</c:v>
                </c:pt>
                <c:pt idx="18">
                  <c:v>237</c:v>
                </c:pt>
                <c:pt idx="19">
                  <c:v>236</c:v>
                </c:pt>
                <c:pt idx="20">
                  <c:v>231</c:v>
                </c:pt>
                <c:pt idx="21">
                  <c:v>224</c:v>
                </c:pt>
                <c:pt idx="22">
                  <c:v>222</c:v>
                </c:pt>
                <c:pt idx="23">
                  <c:v>221</c:v>
                </c:pt>
                <c:pt idx="24">
                  <c:v>217</c:v>
                </c:pt>
                <c:pt idx="25">
                  <c:v>213</c:v>
                </c:pt>
                <c:pt idx="26">
                  <c:v>210</c:v>
                </c:pt>
                <c:pt idx="27">
                  <c:v>204</c:v>
                </c:pt>
                <c:pt idx="28">
                  <c:v>204</c:v>
                </c:pt>
                <c:pt idx="29">
                  <c:v>199</c:v>
                </c:pt>
                <c:pt idx="30">
                  <c:v>197</c:v>
                </c:pt>
                <c:pt idx="31">
                  <c:v>195</c:v>
                </c:pt>
                <c:pt idx="32">
                  <c:v>194</c:v>
                </c:pt>
                <c:pt idx="33">
                  <c:v>193</c:v>
                </c:pt>
                <c:pt idx="34">
                  <c:v>193</c:v>
                </c:pt>
                <c:pt idx="35">
                  <c:v>193</c:v>
                </c:pt>
                <c:pt idx="36">
                  <c:v>192</c:v>
                </c:pt>
                <c:pt idx="37">
                  <c:v>189</c:v>
                </c:pt>
                <c:pt idx="38">
                  <c:v>188</c:v>
                </c:pt>
                <c:pt idx="39">
                  <c:v>188</c:v>
                </c:pt>
                <c:pt idx="40">
                  <c:v>187</c:v>
                </c:pt>
                <c:pt idx="41">
                  <c:v>183</c:v>
                </c:pt>
                <c:pt idx="42">
                  <c:v>183</c:v>
                </c:pt>
                <c:pt idx="43">
                  <c:v>179</c:v>
                </c:pt>
                <c:pt idx="44">
                  <c:v>171</c:v>
                </c:pt>
                <c:pt idx="45">
                  <c:v>168</c:v>
                </c:pt>
                <c:pt idx="46">
                  <c:v>167</c:v>
                </c:pt>
                <c:pt idx="47">
                  <c:v>162</c:v>
                </c:pt>
                <c:pt idx="48">
                  <c:v>161</c:v>
                </c:pt>
                <c:pt idx="49">
                  <c:v>160</c:v>
                </c:pt>
                <c:pt idx="50">
                  <c:v>157</c:v>
                </c:pt>
                <c:pt idx="51">
                  <c:v>152</c:v>
                </c:pt>
                <c:pt idx="52">
                  <c:v>151</c:v>
                </c:pt>
                <c:pt idx="53">
                  <c:v>149</c:v>
                </c:pt>
                <c:pt idx="54">
                  <c:v>148</c:v>
                </c:pt>
                <c:pt idx="55">
                  <c:v>147</c:v>
                </c:pt>
                <c:pt idx="56">
                  <c:v>145</c:v>
                </c:pt>
                <c:pt idx="57">
                  <c:v>145</c:v>
                </c:pt>
                <c:pt idx="58">
                  <c:v>144</c:v>
                </c:pt>
                <c:pt idx="59">
                  <c:v>142</c:v>
                </c:pt>
                <c:pt idx="60">
                  <c:v>141</c:v>
                </c:pt>
                <c:pt idx="61">
                  <c:v>137</c:v>
                </c:pt>
                <c:pt idx="62">
                  <c:v>137</c:v>
                </c:pt>
                <c:pt idx="63">
                  <c:v>136</c:v>
                </c:pt>
                <c:pt idx="64">
                  <c:v>136</c:v>
                </c:pt>
                <c:pt idx="65">
                  <c:v>132</c:v>
                </c:pt>
                <c:pt idx="66">
                  <c:v>131</c:v>
                </c:pt>
                <c:pt idx="67">
                  <c:v>130</c:v>
                </c:pt>
                <c:pt idx="68">
                  <c:v>124</c:v>
                </c:pt>
                <c:pt idx="69">
                  <c:v>124</c:v>
                </c:pt>
                <c:pt idx="70">
                  <c:v>123</c:v>
                </c:pt>
                <c:pt idx="71">
                  <c:v>122</c:v>
                </c:pt>
                <c:pt idx="72">
                  <c:v>121</c:v>
                </c:pt>
                <c:pt idx="73">
                  <c:v>118</c:v>
                </c:pt>
                <c:pt idx="74">
                  <c:v>116</c:v>
                </c:pt>
                <c:pt idx="75">
                  <c:v>114</c:v>
                </c:pt>
                <c:pt idx="76">
                  <c:v>113</c:v>
                </c:pt>
                <c:pt idx="77">
                  <c:v>113</c:v>
                </c:pt>
                <c:pt idx="78">
                  <c:v>111</c:v>
                </c:pt>
                <c:pt idx="79">
                  <c:v>111</c:v>
                </c:pt>
                <c:pt idx="80">
                  <c:v>111</c:v>
                </c:pt>
                <c:pt idx="81">
                  <c:v>111</c:v>
                </c:pt>
                <c:pt idx="82">
                  <c:v>110</c:v>
                </c:pt>
                <c:pt idx="83">
                  <c:v>109</c:v>
                </c:pt>
                <c:pt idx="84">
                  <c:v>109</c:v>
                </c:pt>
                <c:pt idx="85">
                  <c:v>108</c:v>
                </c:pt>
                <c:pt idx="86">
                  <c:v>108</c:v>
                </c:pt>
                <c:pt idx="87">
                  <c:v>106</c:v>
                </c:pt>
                <c:pt idx="88">
                  <c:v>106</c:v>
                </c:pt>
                <c:pt idx="89">
                  <c:v>106</c:v>
                </c:pt>
                <c:pt idx="90">
                  <c:v>105</c:v>
                </c:pt>
                <c:pt idx="91">
                  <c:v>104</c:v>
                </c:pt>
                <c:pt idx="92">
                  <c:v>103</c:v>
                </c:pt>
                <c:pt idx="93">
                  <c:v>103</c:v>
                </c:pt>
                <c:pt idx="94">
                  <c:v>103</c:v>
                </c:pt>
                <c:pt idx="95">
                  <c:v>103</c:v>
                </c:pt>
                <c:pt idx="96">
                  <c:v>103</c:v>
                </c:pt>
                <c:pt idx="97">
                  <c:v>102</c:v>
                </c:pt>
                <c:pt idx="98">
                  <c:v>102</c:v>
                </c:pt>
                <c:pt idx="99">
                  <c:v>102</c:v>
                </c:pt>
                <c:pt idx="100">
                  <c:v>102</c:v>
                </c:pt>
                <c:pt idx="101">
                  <c:v>102</c:v>
                </c:pt>
                <c:pt idx="102">
                  <c:v>101</c:v>
                </c:pt>
                <c:pt idx="103">
                  <c:v>101</c:v>
                </c:pt>
                <c:pt idx="104">
                  <c:v>100</c:v>
                </c:pt>
                <c:pt idx="105">
                  <c:v>99</c:v>
                </c:pt>
                <c:pt idx="106">
                  <c:v>99</c:v>
                </c:pt>
                <c:pt idx="107">
                  <c:v>99</c:v>
                </c:pt>
                <c:pt idx="108">
                  <c:v>98</c:v>
                </c:pt>
                <c:pt idx="109">
                  <c:v>97</c:v>
                </c:pt>
                <c:pt idx="110">
                  <c:v>96</c:v>
                </c:pt>
                <c:pt idx="111">
                  <c:v>96</c:v>
                </c:pt>
                <c:pt idx="112">
                  <c:v>96</c:v>
                </c:pt>
                <c:pt idx="113">
                  <c:v>96</c:v>
                </c:pt>
                <c:pt idx="114">
                  <c:v>96</c:v>
                </c:pt>
                <c:pt idx="115">
                  <c:v>96</c:v>
                </c:pt>
                <c:pt idx="116">
                  <c:v>96</c:v>
                </c:pt>
                <c:pt idx="117">
                  <c:v>96</c:v>
                </c:pt>
                <c:pt idx="118">
                  <c:v>95</c:v>
                </c:pt>
                <c:pt idx="119">
                  <c:v>94</c:v>
                </c:pt>
                <c:pt idx="120">
                  <c:v>94</c:v>
                </c:pt>
                <c:pt idx="121">
                  <c:v>94</c:v>
                </c:pt>
                <c:pt idx="122">
                  <c:v>92</c:v>
                </c:pt>
                <c:pt idx="123">
                  <c:v>92</c:v>
                </c:pt>
                <c:pt idx="124">
                  <c:v>92</c:v>
                </c:pt>
                <c:pt idx="125">
                  <c:v>91</c:v>
                </c:pt>
                <c:pt idx="126">
                  <c:v>91</c:v>
                </c:pt>
                <c:pt idx="127">
                  <c:v>90</c:v>
                </c:pt>
                <c:pt idx="128">
                  <c:v>89</c:v>
                </c:pt>
                <c:pt idx="129">
                  <c:v>89</c:v>
                </c:pt>
                <c:pt idx="130">
                  <c:v>89</c:v>
                </c:pt>
                <c:pt idx="131">
                  <c:v>89</c:v>
                </c:pt>
                <c:pt idx="132">
                  <c:v>88</c:v>
                </c:pt>
                <c:pt idx="133">
                  <c:v>87</c:v>
                </c:pt>
                <c:pt idx="134">
                  <c:v>87</c:v>
                </c:pt>
                <c:pt idx="135">
                  <c:v>87</c:v>
                </c:pt>
                <c:pt idx="136">
                  <c:v>87</c:v>
                </c:pt>
                <c:pt idx="137">
                  <c:v>87</c:v>
                </c:pt>
                <c:pt idx="138">
                  <c:v>86</c:v>
                </c:pt>
                <c:pt idx="139">
                  <c:v>86</c:v>
                </c:pt>
                <c:pt idx="140">
                  <c:v>86</c:v>
                </c:pt>
                <c:pt idx="141">
                  <c:v>85</c:v>
                </c:pt>
                <c:pt idx="142">
                  <c:v>85</c:v>
                </c:pt>
                <c:pt idx="143">
                  <c:v>85</c:v>
                </c:pt>
                <c:pt idx="144">
                  <c:v>85</c:v>
                </c:pt>
                <c:pt idx="145">
                  <c:v>84</c:v>
                </c:pt>
                <c:pt idx="146">
                  <c:v>84</c:v>
                </c:pt>
                <c:pt idx="147">
                  <c:v>84</c:v>
                </c:pt>
                <c:pt idx="148">
                  <c:v>84</c:v>
                </c:pt>
                <c:pt idx="149">
                  <c:v>82</c:v>
                </c:pt>
                <c:pt idx="150">
                  <c:v>82</c:v>
                </c:pt>
                <c:pt idx="151">
                  <c:v>82</c:v>
                </c:pt>
                <c:pt idx="152">
                  <c:v>81</c:v>
                </c:pt>
                <c:pt idx="153">
                  <c:v>81</c:v>
                </c:pt>
                <c:pt idx="154">
                  <c:v>80</c:v>
                </c:pt>
                <c:pt idx="155">
                  <c:v>80</c:v>
                </c:pt>
                <c:pt idx="156">
                  <c:v>80</c:v>
                </c:pt>
                <c:pt idx="157">
                  <c:v>80</c:v>
                </c:pt>
                <c:pt idx="158">
                  <c:v>80</c:v>
                </c:pt>
                <c:pt idx="159">
                  <c:v>79</c:v>
                </c:pt>
                <c:pt idx="160">
                  <c:v>78</c:v>
                </c:pt>
                <c:pt idx="161">
                  <c:v>78</c:v>
                </c:pt>
                <c:pt idx="162">
                  <c:v>78</c:v>
                </c:pt>
                <c:pt idx="163">
                  <c:v>78</c:v>
                </c:pt>
                <c:pt idx="164">
                  <c:v>77</c:v>
                </c:pt>
                <c:pt idx="165">
                  <c:v>77</c:v>
                </c:pt>
                <c:pt idx="166">
                  <c:v>77</c:v>
                </c:pt>
                <c:pt idx="167">
                  <c:v>76</c:v>
                </c:pt>
                <c:pt idx="168">
                  <c:v>76</c:v>
                </c:pt>
                <c:pt idx="169">
                  <c:v>76</c:v>
                </c:pt>
                <c:pt idx="170">
                  <c:v>76</c:v>
                </c:pt>
                <c:pt idx="171">
                  <c:v>76</c:v>
                </c:pt>
                <c:pt idx="172">
                  <c:v>75</c:v>
                </c:pt>
                <c:pt idx="173">
                  <c:v>75</c:v>
                </c:pt>
                <c:pt idx="174">
                  <c:v>74</c:v>
                </c:pt>
                <c:pt idx="175">
                  <c:v>74</c:v>
                </c:pt>
                <c:pt idx="176">
                  <c:v>74</c:v>
                </c:pt>
                <c:pt idx="177">
                  <c:v>74</c:v>
                </c:pt>
                <c:pt idx="178">
                  <c:v>74</c:v>
                </c:pt>
                <c:pt idx="179">
                  <c:v>73</c:v>
                </c:pt>
                <c:pt idx="180">
                  <c:v>73</c:v>
                </c:pt>
                <c:pt idx="181">
                  <c:v>73</c:v>
                </c:pt>
                <c:pt idx="182">
                  <c:v>72</c:v>
                </c:pt>
                <c:pt idx="183">
                  <c:v>72</c:v>
                </c:pt>
                <c:pt idx="184">
                  <c:v>71</c:v>
                </c:pt>
                <c:pt idx="185">
                  <c:v>71</c:v>
                </c:pt>
                <c:pt idx="186">
                  <c:v>71</c:v>
                </c:pt>
                <c:pt idx="187">
                  <c:v>71</c:v>
                </c:pt>
                <c:pt idx="188">
                  <c:v>70</c:v>
                </c:pt>
                <c:pt idx="189">
                  <c:v>70</c:v>
                </c:pt>
                <c:pt idx="190">
                  <c:v>70</c:v>
                </c:pt>
                <c:pt idx="191">
                  <c:v>70</c:v>
                </c:pt>
                <c:pt idx="192">
                  <c:v>70</c:v>
                </c:pt>
                <c:pt idx="193">
                  <c:v>70</c:v>
                </c:pt>
                <c:pt idx="194">
                  <c:v>69</c:v>
                </c:pt>
                <c:pt idx="195">
                  <c:v>69</c:v>
                </c:pt>
                <c:pt idx="196">
                  <c:v>69</c:v>
                </c:pt>
                <c:pt idx="197">
                  <c:v>69</c:v>
                </c:pt>
                <c:pt idx="198">
                  <c:v>69</c:v>
                </c:pt>
                <c:pt idx="199">
                  <c:v>68</c:v>
                </c:pt>
                <c:pt idx="200">
                  <c:v>68</c:v>
                </c:pt>
                <c:pt idx="201">
                  <c:v>68</c:v>
                </c:pt>
                <c:pt idx="202">
                  <c:v>68</c:v>
                </c:pt>
                <c:pt idx="203">
                  <c:v>68</c:v>
                </c:pt>
                <c:pt idx="204">
                  <c:v>68</c:v>
                </c:pt>
                <c:pt idx="205">
                  <c:v>68</c:v>
                </c:pt>
                <c:pt idx="206">
                  <c:v>67</c:v>
                </c:pt>
                <c:pt idx="207">
                  <c:v>67</c:v>
                </c:pt>
                <c:pt idx="208">
                  <c:v>67</c:v>
                </c:pt>
                <c:pt idx="209">
                  <c:v>67</c:v>
                </c:pt>
                <c:pt idx="210">
                  <c:v>67</c:v>
                </c:pt>
                <c:pt idx="211">
                  <c:v>67</c:v>
                </c:pt>
                <c:pt idx="212">
                  <c:v>67</c:v>
                </c:pt>
                <c:pt idx="213">
                  <c:v>66</c:v>
                </c:pt>
                <c:pt idx="214">
                  <c:v>66</c:v>
                </c:pt>
                <c:pt idx="215">
                  <c:v>66</c:v>
                </c:pt>
                <c:pt idx="216">
                  <c:v>66</c:v>
                </c:pt>
                <c:pt idx="217">
                  <c:v>66</c:v>
                </c:pt>
                <c:pt idx="218">
                  <c:v>66</c:v>
                </c:pt>
                <c:pt idx="219">
                  <c:v>65</c:v>
                </c:pt>
                <c:pt idx="220">
                  <c:v>65</c:v>
                </c:pt>
                <c:pt idx="221">
                  <c:v>65</c:v>
                </c:pt>
                <c:pt idx="222">
                  <c:v>65</c:v>
                </c:pt>
                <c:pt idx="223">
                  <c:v>65</c:v>
                </c:pt>
                <c:pt idx="224">
                  <c:v>64</c:v>
                </c:pt>
                <c:pt idx="225">
                  <c:v>64</c:v>
                </c:pt>
                <c:pt idx="226">
                  <c:v>64</c:v>
                </c:pt>
                <c:pt idx="227">
                  <c:v>64</c:v>
                </c:pt>
                <c:pt idx="228">
                  <c:v>64</c:v>
                </c:pt>
                <c:pt idx="229">
                  <c:v>64</c:v>
                </c:pt>
                <c:pt idx="230">
                  <c:v>64</c:v>
                </c:pt>
                <c:pt idx="231">
                  <c:v>64</c:v>
                </c:pt>
                <c:pt idx="232">
                  <c:v>63</c:v>
                </c:pt>
                <c:pt idx="233">
                  <c:v>63</c:v>
                </c:pt>
                <c:pt idx="234">
                  <c:v>63</c:v>
                </c:pt>
                <c:pt idx="235">
                  <c:v>63</c:v>
                </c:pt>
                <c:pt idx="236">
                  <c:v>63</c:v>
                </c:pt>
                <c:pt idx="237">
                  <c:v>63</c:v>
                </c:pt>
                <c:pt idx="238">
                  <c:v>63</c:v>
                </c:pt>
                <c:pt idx="239">
                  <c:v>63</c:v>
                </c:pt>
                <c:pt idx="240">
                  <c:v>63</c:v>
                </c:pt>
                <c:pt idx="241">
                  <c:v>62</c:v>
                </c:pt>
                <c:pt idx="242">
                  <c:v>62</c:v>
                </c:pt>
                <c:pt idx="243">
                  <c:v>62</c:v>
                </c:pt>
                <c:pt idx="244">
                  <c:v>61</c:v>
                </c:pt>
                <c:pt idx="245">
                  <c:v>61</c:v>
                </c:pt>
                <c:pt idx="246">
                  <c:v>61</c:v>
                </c:pt>
                <c:pt idx="247">
                  <c:v>61</c:v>
                </c:pt>
                <c:pt idx="248">
                  <c:v>61</c:v>
                </c:pt>
                <c:pt idx="249">
                  <c:v>61</c:v>
                </c:pt>
                <c:pt idx="250">
                  <c:v>61</c:v>
                </c:pt>
                <c:pt idx="251">
                  <c:v>61</c:v>
                </c:pt>
                <c:pt idx="252">
                  <c:v>61</c:v>
                </c:pt>
                <c:pt idx="253">
                  <c:v>60</c:v>
                </c:pt>
                <c:pt idx="254">
                  <c:v>60</c:v>
                </c:pt>
                <c:pt idx="255">
                  <c:v>60</c:v>
                </c:pt>
                <c:pt idx="256">
                  <c:v>60</c:v>
                </c:pt>
                <c:pt idx="257">
                  <c:v>60</c:v>
                </c:pt>
                <c:pt idx="258">
                  <c:v>59</c:v>
                </c:pt>
                <c:pt idx="259">
                  <c:v>59</c:v>
                </c:pt>
                <c:pt idx="260">
                  <c:v>59</c:v>
                </c:pt>
                <c:pt idx="261">
                  <c:v>59</c:v>
                </c:pt>
                <c:pt idx="262">
                  <c:v>59</c:v>
                </c:pt>
                <c:pt idx="263">
                  <c:v>59</c:v>
                </c:pt>
                <c:pt idx="264">
                  <c:v>59</c:v>
                </c:pt>
                <c:pt idx="265">
                  <c:v>59</c:v>
                </c:pt>
                <c:pt idx="266">
                  <c:v>59</c:v>
                </c:pt>
                <c:pt idx="267">
                  <c:v>59</c:v>
                </c:pt>
                <c:pt idx="268">
                  <c:v>59</c:v>
                </c:pt>
                <c:pt idx="269">
                  <c:v>58</c:v>
                </c:pt>
                <c:pt idx="270">
                  <c:v>58</c:v>
                </c:pt>
                <c:pt idx="271">
                  <c:v>58</c:v>
                </c:pt>
                <c:pt idx="272">
                  <c:v>58</c:v>
                </c:pt>
                <c:pt idx="273">
                  <c:v>58</c:v>
                </c:pt>
                <c:pt idx="274">
                  <c:v>58</c:v>
                </c:pt>
                <c:pt idx="275">
                  <c:v>58</c:v>
                </c:pt>
                <c:pt idx="276">
                  <c:v>58</c:v>
                </c:pt>
                <c:pt idx="277">
                  <c:v>58</c:v>
                </c:pt>
                <c:pt idx="278">
                  <c:v>58</c:v>
                </c:pt>
                <c:pt idx="279">
                  <c:v>57</c:v>
                </c:pt>
                <c:pt idx="280">
                  <c:v>57</c:v>
                </c:pt>
                <c:pt idx="281">
                  <c:v>57</c:v>
                </c:pt>
                <c:pt idx="282">
                  <c:v>57</c:v>
                </c:pt>
                <c:pt idx="283">
                  <c:v>57</c:v>
                </c:pt>
                <c:pt idx="284">
                  <c:v>57</c:v>
                </c:pt>
                <c:pt idx="285">
                  <c:v>56</c:v>
                </c:pt>
                <c:pt idx="286">
                  <c:v>56</c:v>
                </c:pt>
                <c:pt idx="287">
                  <c:v>56</c:v>
                </c:pt>
                <c:pt idx="288">
                  <c:v>56</c:v>
                </c:pt>
                <c:pt idx="289">
                  <c:v>56</c:v>
                </c:pt>
                <c:pt idx="290">
                  <c:v>56</c:v>
                </c:pt>
                <c:pt idx="291">
                  <c:v>56</c:v>
                </c:pt>
                <c:pt idx="292">
                  <c:v>55</c:v>
                </c:pt>
                <c:pt idx="293">
                  <c:v>55</c:v>
                </c:pt>
                <c:pt idx="294">
                  <c:v>55</c:v>
                </c:pt>
                <c:pt idx="295">
                  <c:v>55</c:v>
                </c:pt>
                <c:pt idx="296">
                  <c:v>55</c:v>
                </c:pt>
                <c:pt idx="297">
                  <c:v>55</c:v>
                </c:pt>
                <c:pt idx="298">
                  <c:v>55</c:v>
                </c:pt>
                <c:pt idx="299">
                  <c:v>55</c:v>
                </c:pt>
                <c:pt idx="300">
                  <c:v>54</c:v>
                </c:pt>
                <c:pt idx="301">
                  <c:v>54</c:v>
                </c:pt>
                <c:pt idx="302">
                  <c:v>54</c:v>
                </c:pt>
                <c:pt idx="303">
                  <c:v>54</c:v>
                </c:pt>
                <c:pt idx="304">
                  <c:v>54</c:v>
                </c:pt>
                <c:pt idx="305">
                  <c:v>54</c:v>
                </c:pt>
                <c:pt idx="306">
                  <c:v>54</c:v>
                </c:pt>
                <c:pt idx="307">
                  <c:v>54</c:v>
                </c:pt>
                <c:pt idx="308">
                  <c:v>54</c:v>
                </c:pt>
                <c:pt idx="309">
                  <c:v>54</c:v>
                </c:pt>
                <c:pt idx="310">
                  <c:v>54</c:v>
                </c:pt>
                <c:pt idx="311">
                  <c:v>53</c:v>
                </c:pt>
                <c:pt idx="312">
                  <c:v>53</c:v>
                </c:pt>
                <c:pt idx="313">
                  <c:v>53</c:v>
                </c:pt>
                <c:pt idx="314">
                  <c:v>52</c:v>
                </c:pt>
                <c:pt idx="315">
                  <c:v>52</c:v>
                </c:pt>
                <c:pt idx="316">
                  <c:v>52</c:v>
                </c:pt>
                <c:pt idx="317">
                  <c:v>52</c:v>
                </c:pt>
                <c:pt idx="318">
                  <c:v>52</c:v>
                </c:pt>
                <c:pt idx="319">
                  <c:v>51</c:v>
                </c:pt>
                <c:pt idx="320">
                  <c:v>51</c:v>
                </c:pt>
                <c:pt idx="321">
                  <c:v>51</c:v>
                </c:pt>
                <c:pt idx="322">
                  <c:v>51</c:v>
                </c:pt>
                <c:pt idx="323">
                  <c:v>51</c:v>
                </c:pt>
                <c:pt idx="324">
                  <c:v>51</c:v>
                </c:pt>
                <c:pt idx="325">
                  <c:v>51</c:v>
                </c:pt>
                <c:pt idx="326">
                  <c:v>51</c:v>
                </c:pt>
                <c:pt idx="327">
                  <c:v>51</c:v>
                </c:pt>
                <c:pt idx="328">
                  <c:v>51</c:v>
                </c:pt>
                <c:pt idx="329">
                  <c:v>51</c:v>
                </c:pt>
                <c:pt idx="330">
                  <c:v>50</c:v>
                </c:pt>
                <c:pt idx="331">
                  <c:v>50</c:v>
                </c:pt>
                <c:pt idx="332">
                  <c:v>50</c:v>
                </c:pt>
                <c:pt idx="333">
                  <c:v>50</c:v>
                </c:pt>
                <c:pt idx="334">
                  <c:v>50</c:v>
                </c:pt>
                <c:pt idx="335">
                  <c:v>50</c:v>
                </c:pt>
                <c:pt idx="336">
                  <c:v>50</c:v>
                </c:pt>
                <c:pt idx="337">
                  <c:v>49</c:v>
                </c:pt>
                <c:pt idx="338">
                  <c:v>49</c:v>
                </c:pt>
                <c:pt idx="339">
                  <c:v>49</c:v>
                </c:pt>
                <c:pt idx="340">
                  <c:v>49</c:v>
                </c:pt>
                <c:pt idx="341">
                  <c:v>49</c:v>
                </c:pt>
                <c:pt idx="342">
                  <c:v>49</c:v>
                </c:pt>
                <c:pt idx="343">
                  <c:v>49</c:v>
                </c:pt>
                <c:pt idx="344">
                  <c:v>49</c:v>
                </c:pt>
                <c:pt idx="345">
                  <c:v>48</c:v>
                </c:pt>
                <c:pt idx="346">
                  <c:v>48</c:v>
                </c:pt>
                <c:pt idx="347">
                  <c:v>48</c:v>
                </c:pt>
                <c:pt idx="348">
                  <c:v>48</c:v>
                </c:pt>
                <c:pt idx="349">
                  <c:v>48</c:v>
                </c:pt>
                <c:pt idx="350">
                  <c:v>48</c:v>
                </c:pt>
                <c:pt idx="351">
                  <c:v>48</c:v>
                </c:pt>
                <c:pt idx="352">
                  <c:v>48</c:v>
                </c:pt>
                <c:pt idx="353">
                  <c:v>48</c:v>
                </c:pt>
                <c:pt idx="354">
                  <c:v>48</c:v>
                </c:pt>
                <c:pt idx="355">
                  <c:v>48</c:v>
                </c:pt>
                <c:pt idx="356">
                  <c:v>48</c:v>
                </c:pt>
                <c:pt idx="357">
                  <c:v>48</c:v>
                </c:pt>
                <c:pt idx="358">
                  <c:v>48</c:v>
                </c:pt>
                <c:pt idx="359">
                  <c:v>48</c:v>
                </c:pt>
                <c:pt idx="360">
                  <c:v>48</c:v>
                </c:pt>
                <c:pt idx="361">
                  <c:v>48</c:v>
                </c:pt>
                <c:pt idx="362">
                  <c:v>48</c:v>
                </c:pt>
                <c:pt idx="363">
                  <c:v>47</c:v>
                </c:pt>
                <c:pt idx="364">
                  <c:v>47</c:v>
                </c:pt>
                <c:pt idx="365">
                  <c:v>47</c:v>
                </c:pt>
                <c:pt idx="366">
                  <c:v>47</c:v>
                </c:pt>
                <c:pt idx="367">
                  <c:v>47</c:v>
                </c:pt>
                <c:pt idx="368">
                  <c:v>47</c:v>
                </c:pt>
                <c:pt idx="369">
                  <c:v>47</c:v>
                </c:pt>
                <c:pt idx="370">
                  <c:v>47</c:v>
                </c:pt>
                <c:pt idx="371">
                  <c:v>47</c:v>
                </c:pt>
                <c:pt idx="372">
                  <c:v>47</c:v>
                </c:pt>
                <c:pt idx="373">
                  <c:v>47</c:v>
                </c:pt>
                <c:pt idx="374">
                  <c:v>47</c:v>
                </c:pt>
                <c:pt idx="375">
                  <c:v>47</c:v>
                </c:pt>
                <c:pt idx="376">
                  <c:v>46</c:v>
                </c:pt>
                <c:pt idx="377">
                  <c:v>46</c:v>
                </c:pt>
                <c:pt idx="378">
                  <c:v>46</c:v>
                </c:pt>
                <c:pt idx="379">
                  <c:v>46</c:v>
                </c:pt>
                <c:pt idx="380">
                  <c:v>46</c:v>
                </c:pt>
                <c:pt idx="381">
                  <c:v>46</c:v>
                </c:pt>
                <c:pt idx="382">
                  <c:v>46</c:v>
                </c:pt>
                <c:pt idx="383">
                  <c:v>46</c:v>
                </c:pt>
                <c:pt idx="384">
                  <c:v>46</c:v>
                </c:pt>
                <c:pt idx="385">
                  <c:v>46</c:v>
                </c:pt>
                <c:pt idx="386">
                  <c:v>46</c:v>
                </c:pt>
                <c:pt idx="387">
                  <c:v>46</c:v>
                </c:pt>
                <c:pt idx="388">
                  <c:v>46</c:v>
                </c:pt>
                <c:pt idx="389">
                  <c:v>46</c:v>
                </c:pt>
                <c:pt idx="390">
                  <c:v>46</c:v>
                </c:pt>
                <c:pt idx="391">
                  <c:v>45</c:v>
                </c:pt>
                <c:pt idx="392">
                  <c:v>45</c:v>
                </c:pt>
                <c:pt idx="393">
                  <c:v>45</c:v>
                </c:pt>
                <c:pt idx="394">
                  <c:v>45</c:v>
                </c:pt>
                <c:pt idx="395">
                  <c:v>45</c:v>
                </c:pt>
                <c:pt idx="396">
                  <c:v>45</c:v>
                </c:pt>
                <c:pt idx="397">
                  <c:v>45</c:v>
                </c:pt>
                <c:pt idx="398">
                  <c:v>45</c:v>
                </c:pt>
                <c:pt idx="399">
                  <c:v>45</c:v>
                </c:pt>
                <c:pt idx="400">
                  <c:v>45</c:v>
                </c:pt>
                <c:pt idx="401">
                  <c:v>45</c:v>
                </c:pt>
                <c:pt idx="402">
                  <c:v>45</c:v>
                </c:pt>
                <c:pt idx="403">
                  <c:v>45</c:v>
                </c:pt>
                <c:pt idx="404">
                  <c:v>45</c:v>
                </c:pt>
                <c:pt idx="405">
                  <c:v>45</c:v>
                </c:pt>
                <c:pt idx="406">
                  <c:v>45</c:v>
                </c:pt>
                <c:pt idx="407">
                  <c:v>44</c:v>
                </c:pt>
                <c:pt idx="408">
                  <c:v>44</c:v>
                </c:pt>
                <c:pt idx="409">
                  <c:v>44</c:v>
                </c:pt>
                <c:pt idx="410">
                  <c:v>44</c:v>
                </c:pt>
                <c:pt idx="411">
                  <c:v>44</c:v>
                </c:pt>
                <c:pt idx="412">
                  <c:v>44</c:v>
                </c:pt>
                <c:pt idx="413">
                  <c:v>44</c:v>
                </c:pt>
                <c:pt idx="414">
                  <c:v>44</c:v>
                </c:pt>
                <c:pt idx="415">
                  <c:v>44</c:v>
                </c:pt>
                <c:pt idx="416">
                  <c:v>44</c:v>
                </c:pt>
                <c:pt idx="417">
                  <c:v>44</c:v>
                </c:pt>
                <c:pt idx="418">
                  <c:v>44</c:v>
                </c:pt>
                <c:pt idx="419">
                  <c:v>44</c:v>
                </c:pt>
                <c:pt idx="420">
                  <c:v>44</c:v>
                </c:pt>
                <c:pt idx="421">
                  <c:v>44</c:v>
                </c:pt>
                <c:pt idx="422">
                  <c:v>44</c:v>
                </c:pt>
                <c:pt idx="423">
                  <c:v>44</c:v>
                </c:pt>
                <c:pt idx="424">
                  <c:v>44</c:v>
                </c:pt>
                <c:pt idx="425">
                  <c:v>44</c:v>
                </c:pt>
                <c:pt idx="426">
                  <c:v>44</c:v>
                </c:pt>
                <c:pt idx="427">
                  <c:v>44</c:v>
                </c:pt>
                <c:pt idx="428">
                  <c:v>43</c:v>
                </c:pt>
                <c:pt idx="429">
                  <c:v>43</c:v>
                </c:pt>
                <c:pt idx="430">
                  <c:v>43</c:v>
                </c:pt>
                <c:pt idx="431">
                  <c:v>43</c:v>
                </c:pt>
                <c:pt idx="432">
                  <c:v>43</c:v>
                </c:pt>
                <c:pt idx="433">
                  <c:v>43</c:v>
                </c:pt>
                <c:pt idx="434">
                  <c:v>43</c:v>
                </c:pt>
                <c:pt idx="435">
                  <c:v>43</c:v>
                </c:pt>
                <c:pt idx="436">
                  <c:v>43</c:v>
                </c:pt>
                <c:pt idx="437">
                  <c:v>43</c:v>
                </c:pt>
                <c:pt idx="438">
                  <c:v>43</c:v>
                </c:pt>
                <c:pt idx="439">
                  <c:v>43</c:v>
                </c:pt>
                <c:pt idx="440">
                  <c:v>43</c:v>
                </c:pt>
                <c:pt idx="441">
                  <c:v>43</c:v>
                </c:pt>
                <c:pt idx="442">
                  <c:v>43</c:v>
                </c:pt>
                <c:pt idx="443">
                  <c:v>43</c:v>
                </c:pt>
                <c:pt idx="444">
                  <c:v>43</c:v>
                </c:pt>
                <c:pt idx="445">
                  <c:v>43</c:v>
                </c:pt>
                <c:pt idx="446">
                  <c:v>43</c:v>
                </c:pt>
                <c:pt idx="447">
                  <c:v>42</c:v>
                </c:pt>
                <c:pt idx="448">
                  <c:v>42</c:v>
                </c:pt>
                <c:pt idx="449">
                  <c:v>42</c:v>
                </c:pt>
                <c:pt idx="450">
                  <c:v>42</c:v>
                </c:pt>
                <c:pt idx="451">
                  <c:v>42</c:v>
                </c:pt>
                <c:pt idx="452">
                  <c:v>42</c:v>
                </c:pt>
                <c:pt idx="453">
                  <c:v>42</c:v>
                </c:pt>
                <c:pt idx="454">
                  <c:v>42</c:v>
                </c:pt>
                <c:pt idx="455">
                  <c:v>42</c:v>
                </c:pt>
                <c:pt idx="456">
                  <c:v>42</c:v>
                </c:pt>
                <c:pt idx="457">
                  <c:v>42</c:v>
                </c:pt>
                <c:pt idx="458">
                  <c:v>41</c:v>
                </c:pt>
                <c:pt idx="459">
                  <c:v>41</c:v>
                </c:pt>
                <c:pt idx="460">
                  <c:v>41</c:v>
                </c:pt>
                <c:pt idx="461">
                  <c:v>41</c:v>
                </c:pt>
                <c:pt idx="462">
                  <c:v>41</c:v>
                </c:pt>
                <c:pt idx="463">
                  <c:v>41</c:v>
                </c:pt>
                <c:pt idx="464">
                  <c:v>41</c:v>
                </c:pt>
                <c:pt idx="465">
                  <c:v>41</c:v>
                </c:pt>
                <c:pt idx="466">
                  <c:v>41</c:v>
                </c:pt>
                <c:pt idx="467">
                  <c:v>41</c:v>
                </c:pt>
                <c:pt idx="468">
                  <c:v>41</c:v>
                </c:pt>
                <c:pt idx="469">
                  <c:v>41</c:v>
                </c:pt>
                <c:pt idx="470">
                  <c:v>41</c:v>
                </c:pt>
                <c:pt idx="471">
                  <c:v>41</c:v>
                </c:pt>
                <c:pt idx="472">
                  <c:v>41</c:v>
                </c:pt>
                <c:pt idx="473">
                  <c:v>41</c:v>
                </c:pt>
                <c:pt idx="474">
                  <c:v>40</c:v>
                </c:pt>
                <c:pt idx="475">
                  <c:v>40</c:v>
                </c:pt>
                <c:pt idx="476">
                  <c:v>40</c:v>
                </c:pt>
                <c:pt idx="477">
                  <c:v>40</c:v>
                </c:pt>
                <c:pt idx="478">
                  <c:v>40</c:v>
                </c:pt>
                <c:pt idx="479">
                  <c:v>40</c:v>
                </c:pt>
                <c:pt idx="480">
                  <c:v>40</c:v>
                </c:pt>
                <c:pt idx="481">
                  <c:v>40</c:v>
                </c:pt>
                <c:pt idx="482">
                  <c:v>40</c:v>
                </c:pt>
                <c:pt idx="483">
                  <c:v>40</c:v>
                </c:pt>
                <c:pt idx="484">
                  <c:v>40</c:v>
                </c:pt>
                <c:pt idx="485">
                  <c:v>40</c:v>
                </c:pt>
                <c:pt idx="486">
                  <c:v>40</c:v>
                </c:pt>
                <c:pt idx="487">
                  <c:v>40</c:v>
                </c:pt>
                <c:pt idx="488">
                  <c:v>40</c:v>
                </c:pt>
                <c:pt idx="489">
                  <c:v>40</c:v>
                </c:pt>
                <c:pt idx="490">
                  <c:v>40</c:v>
                </c:pt>
                <c:pt idx="491">
                  <c:v>39</c:v>
                </c:pt>
                <c:pt idx="492">
                  <c:v>39</c:v>
                </c:pt>
                <c:pt idx="493">
                  <c:v>39</c:v>
                </c:pt>
                <c:pt idx="494">
                  <c:v>39</c:v>
                </c:pt>
                <c:pt idx="495">
                  <c:v>39</c:v>
                </c:pt>
                <c:pt idx="496">
                  <c:v>39</c:v>
                </c:pt>
                <c:pt idx="497">
                  <c:v>39</c:v>
                </c:pt>
                <c:pt idx="498">
                  <c:v>39</c:v>
                </c:pt>
                <c:pt idx="499">
                  <c:v>39</c:v>
                </c:pt>
                <c:pt idx="500">
                  <c:v>39</c:v>
                </c:pt>
                <c:pt idx="501">
                  <c:v>39</c:v>
                </c:pt>
                <c:pt idx="502">
                  <c:v>39</c:v>
                </c:pt>
                <c:pt idx="503">
                  <c:v>39</c:v>
                </c:pt>
                <c:pt idx="504">
                  <c:v>38</c:v>
                </c:pt>
                <c:pt idx="505">
                  <c:v>38</c:v>
                </c:pt>
                <c:pt idx="506">
                  <c:v>38</c:v>
                </c:pt>
                <c:pt idx="507">
                  <c:v>38</c:v>
                </c:pt>
                <c:pt idx="508">
                  <c:v>38</c:v>
                </c:pt>
                <c:pt idx="509">
                  <c:v>38</c:v>
                </c:pt>
                <c:pt idx="510">
                  <c:v>38</c:v>
                </c:pt>
                <c:pt idx="511">
                  <c:v>38</c:v>
                </c:pt>
                <c:pt idx="512">
                  <c:v>38</c:v>
                </c:pt>
                <c:pt idx="513">
                  <c:v>38</c:v>
                </c:pt>
                <c:pt idx="514">
                  <c:v>38</c:v>
                </c:pt>
                <c:pt idx="515">
                  <c:v>38</c:v>
                </c:pt>
                <c:pt idx="516">
                  <c:v>38</c:v>
                </c:pt>
                <c:pt idx="517">
                  <c:v>38</c:v>
                </c:pt>
                <c:pt idx="518">
                  <c:v>37</c:v>
                </c:pt>
                <c:pt idx="519">
                  <c:v>37</c:v>
                </c:pt>
                <c:pt idx="520">
                  <c:v>37</c:v>
                </c:pt>
                <c:pt idx="521">
                  <c:v>37</c:v>
                </c:pt>
                <c:pt idx="522">
                  <c:v>37</c:v>
                </c:pt>
                <c:pt idx="523">
                  <c:v>37</c:v>
                </c:pt>
                <c:pt idx="524">
                  <c:v>37</c:v>
                </c:pt>
                <c:pt idx="525">
                  <c:v>37</c:v>
                </c:pt>
                <c:pt idx="526">
                  <c:v>37</c:v>
                </c:pt>
                <c:pt idx="527">
                  <c:v>37</c:v>
                </c:pt>
                <c:pt idx="528">
                  <c:v>37</c:v>
                </c:pt>
                <c:pt idx="529">
                  <c:v>37</c:v>
                </c:pt>
                <c:pt idx="530">
                  <c:v>37</c:v>
                </c:pt>
                <c:pt idx="531">
                  <c:v>37</c:v>
                </c:pt>
                <c:pt idx="532">
                  <c:v>37</c:v>
                </c:pt>
                <c:pt idx="533">
                  <c:v>36</c:v>
                </c:pt>
                <c:pt idx="534">
                  <c:v>36</c:v>
                </c:pt>
                <c:pt idx="535">
                  <c:v>36</c:v>
                </c:pt>
                <c:pt idx="536">
                  <c:v>36</c:v>
                </c:pt>
                <c:pt idx="537">
                  <c:v>36</c:v>
                </c:pt>
                <c:pt idx="538">
                  <c:v>36</c:v>
                </c:pt>
                <c:pt idx="539">
                  <c:v>36</c:v>
                </c:pt>
                <c:pt idx="540">
                  <c:v>36</c:v>
                </c:pt>
                <c:pt idx="541">
                  <c:v>36</c:v>
                </c:pt>
                <c:pt idx="542">
                  <c:v>36</c:v>
                </c:pt>
                <c:pt idx="543">
                  <c:v>36</c:v>
                </c:pt>
                <c:pt idx="544">
                  <c:v>36</c:v>
                </c:pt>
                <c:pt idx="545">
                  <c:v>36</c:v>
                </c:pt>
                <c:pt idx="546">
                  <c:v>36</c:v>
                </c:pt>
                <c:pt idx="547">
                  <c:v>36</c:v>
                </c:pt>
                <c:pt idx="548">
                  <c:v>35</c:v>
                </c:pt>
                <c:pt idx="549">
                  <c:v>35</c:v>
                </c:pt>
                <c:pt idx="550">
                  <c:v>35</c:v>
                </c:pt>
                <c:pt idx="551">
                  <c:v>35</c:v>
                </c:pt>
                <c:pt idx="552">
                  <c:v>35</c:v>
                </c:pt>
                <c:pt idx="553">
                  <c:v>35</c:v>
                </c:pt>
                <c:pt idx="554">
                  <c:v>35</c:v>
                </c:pt>
                <c:pt idx="555">
                  <c:v>35</c:v>
                </c:pt>
                <c:pt idx="556">
                  <c:v>35</c:v>
                </c:pt>
                <c:pt idx="557">
                  <c:v>35</c:v>
                </c:pt>
                <c:pt idx="558">
                  <c:v>35</c:v>
                </c:pt>
                <c:pt idx="559">
                  <c:v>35</c:v>
                </c:pt>
                <c:pt idx="560">
                  <c:v>35</c:v>
                </c:pt>
                <c:pt idx="561">
                  <c:v>35</c:v>
                </c:pt>
                <c:pt idx="562">
                  <c:v>35</c:v>
                </c:pt>
                <c:pt idx="563">
                  <c:v>35</c:v>
                </c:pt>
                <c:pt idx="564">
                  <c:v>35</c:v>
                </c:pt>
                <c:pt idx="565">
                  <c:v>35</c:v>
                </c:pt>
                <c:pt idx="566">
                  <c:v>35</c:v>
                </c:pt>
                <c:pt idx="567">
                  <c:v>35</c:v>
                </c:pt>
                <c:pt idx="568">
                  <c:v>35</c:v>
                </c:pt>
                <c:pt idx="569">
                  <c:v>35</c:v>
                </c:pt>
                <c:pt idx="570">
                  <c:v>35</c:v>
                </c:pt>
                <c:pt idx="571">
                  <c:v>34</c:v>
                </c:pt>
                <c:pt idx="572">
                  <c:v>34</c:v>
                </c:pt>
                <c:pt idx="573">
                  <c:v>34</c:v>
                </c:pt>
                <c:pt idx="574">
                  <c:v>34</c:v>
                </c:pt>
                <c:pt idx="575">
                  <c:v>34</c:v>
                </c:pt>
                <c:pt idx="576">
                  <c:v>34</c:v>
                </c:pt>
                <c:pt idx="577">
                  <c:v>34</c:v>
                </c:pt>
                <c:pt idx="578">
                  <c:v>34</c:v>
                </c:pt>
                <c:pt idx="579">
                  <c:v>34</c:v>
                </c:pt>
                <c:pt idx="580">
                  <c:v>34</c:v>
                </c:pt>
                <c:pt idx="581">
                  <c:v>34</c:v>
                </c:pt>
                <c:pt idx="582">
                  <c:v>34</c:v>
                </c:pt>
                <c:pt idx="583">
                  <c:v>34</c:v>
                </c:pt>
                <c:pt idx="584">
                  <c:v>34</c:v>
                </c:pt>
                <c:pt idx="585">
                  <c:v>34</c:v>
                </c:pt>
                <c:pt idx="586">
                  <c:v>33</c:v>
                </c:pt>
                <c:pt idx="587">
                  <c:v>33</c:v>
                </c:pt>
                <c:pt idx="588">
                  <c:v>33</c:v>
                </c:pt>
                <c:pt idx="589">
                  <c:v>33</c:v>
                </c:pt>
                <c:pt idx="590">
                  <c:v>33</c:v>
                </c:pt>
                <c:pt idx="591">
                  <c:v>33</c:v>
                </c:pt>
                <c:pt idx="592">
                  <c:v>33</c:v>
                </c:pt>
                <c:pt idx="593">
                  <c:v>33</c:v>
                </c:pt>
                <c:pt idx="594">
                  <c:v>33</c:v>
                </c:pt>
                <c:pt idx="595">
                  <c:v>33</c:v>
                </c:pt>
                <c:pt idx="596">
                  <c:v>33</c:v>
                </c:pt>
                <c:pt idx="597">
                  <c:v>33</c:v>
                </c:pt>
                <c:pt idx="598">
                  <c:v>33</c:v>
                </c:pt>
                <c:pt idx="599">
                  <c:v>33</c:v>
                </c:pt>
                <c:pt idx="600">
                  <c:v>33</c:v>
                </c:pt>
                <c:pt idx="601">
                  <c:v>33</c:v>
                </c:pt>
                <c:pt idx="602">
                  <c:v>33</c:v>
                </c:pt>
                <c:pt idx="603">
                  <c:v>33</c:v>
                </c:pt>
                <c:pt idx="604">
                  <c:v>32</c:v>
                </c:pt>
                <c:pt idx="605">
                  <c:v>32</c:v>
                </c:pt>
                <c:pt idx="606">
                  <c:v>32</c:v>
                </c:pt>
                <c:pt idx="607">
                  <c:v>32</c:v>
                </c:pt>
                <c:pt idx="608">
                  <c:v>32</c:v>
                </c:pt>
                <c:pt idx="609">
                  <c:v>32</c:v>
                </c:pt>
                <c:pt idx="610">
                  <c:v>32</c:v>
                </c:pt>
                <c:pt idx="611">
                  <c:v>32</c:v>
                </c:pt>
                <c:pt idx="612">
                  <c:v>32</c:v>
                </c:pt>
                <c:pt idx="613">
                  <c:v>32</c:v>
                </c:pt>
                <c:pt idx="614">
                  <c:v>32</c:v>
                </c:pt>
                <c:pt idx="615">
                  <c:v>32</c:v>
                </c:pt>
                <c:pt idx="616">
                  <c:v>32</c:v>
                </c:pt>
                <c:pt idx="617">
                  <c:v>32</c:v>
                </c:pt>
                <c:pt idx="618">
                  <c:v>32</c:v>
                </c:pt>
                <c:pt idx="619">
                  <c:v>32</c:v>
                </c:pt>
                <c:pt idx="620">
                  <c:v>32</c:v>
                </c:pt>
                <c:pt idx="621">
                  <c:v>32</c:v>
                </c:pt>
                <c:pt idx="622">
                  <c:v>32</c:v>
                </c:pt>
                <c:pt idx="623">
                  <c:v>31</c:v>
                </c:pt>
                <c:pt idx="624">
                  <c:v>31</c:v>
                </c:pt>
                <c:pt idx="625">
                  <c:v>31</c:v>
                </c:pt>
                <c:pt idx="626">
                  <c:v>31</c:v>
                </c:pt>
                <c:pt idx="627">
                  <c:v>31</c:v>
                </c:pt>
                <c:pt idx="628">
                  <c:v>31</c:v>
                </c:pt>
                <c:pt idx="629">
                  <c:v>31</c:v>
                </c:pt>
                <c:pt idx="630">
                  <c:v>31</c:v>
                </c:pt>
                <c:pt idx="631">
                  <c:v>31</c:v>
                </c:pt>
                <c:pt idx="632">
                  <c:v>31</c:v>
                </c:pt>
                <c:pt idx="633">
                  <c:v>31</c:v>
                </c:pt>
                <c:pt idx="634">
                  <c:v>31</c:v>
                </c:pt>
                <c:pt idx="635">
                  <c:v>31</c:v>
                </c:pt>
                <c:pt idx="636">
                  <c:v>31</c:v>
                </c:pt>
                <c:pt idx="637">
                  <c:v>31</c:v>
                </c:pt>
                <c:pt idx="638">
                  <c:v>31</c:v>
                </c:pt>
                <c:pt idx="639">
                  <c:v>31</c:v>
                </c:pt>
                <c:pt idx="640">
                  <c:v>31</c:v>
                </c:pt>
                <c:pt idx="641">
                  <c:v>31</c:v>
                </c:pt>
                <c:pt idx="642">
                  <c:v>30</c:v>
                </c:pt>
                <c:pt idx="643">
                  <c:v>30</c:v>
                </c:pt>
                <c:pt idx="644">
                  <c:v>30</c:v>
                </c:pt>
                <c:pt idx="645">
                  <c:v>30</c:v>
                </c:pt>
                <c:pt idx="646">
                  <c:v>30</c:v>
                </c:pt>
                <c:pt idx="647">
                  <c:v>30</c:v>
                </c:pt>
                <c:pt idx="648">
                  <c:v>30</c:v>
                </c:pt>
                <c:pt idx="649">
                  <c:v>30</c:v>
                </c:pt>
                <c:pt idx="650">
                  <c:v>30</c:v>
                </c:pt>
                <c:pt idx="651">
                  <c:v>30</c:v>
                </c:pt>
                <c:pt idx="652">
                  <c:v>30</c:v>
                </c:pt>
                <c:pt idx="653">
                  <c:v>30</c:v>
                </c:pt>
                <c:pt idx="654">
                  <c:v>30</c:v>
                </c:pt>
                <c:pt idx="655">
                  <c:v>30</c:v>
                </c:pt>
                <c:pt idx="656">
                  <c:v>30</c:v>
                </c:pt>
                <c:pt idx="657">
                  <c:v>30</c:v>
                </c:pt>
                <c:pt idx="658">
                  <c:v>30</c:v>
                </c:pt>
                <c:pt idx="659">
                  <c:v>30</c:v>
                </c:pt>
                <c:pt idx="660">
                  <c:v>30</c:v>
                </c:pt>
                <c:pt idx="661">
                  <c:v>30</c:v>
                </c:pt>
                <c:pt idx="662">
                  <c:v>29</c:v>
                </c:pt>
                <c:pt idx="663">
                  <c:v>29</c:v>
                </c:pt>
                <c:pt idx="664">
                  <c:v>29</c:v>
                </c:pt>
                <c:pt idx="665">
                  <c:v>29</c:v>
                </c:pt>
                <c:pt idx="666">
                  <c:v>29</c:v>
                </c:pt>
                <c:pt idx="667">
                  <c:v>29</c:v>
                </c:pt>
                <c:pt idx="668">
                  <c:v>29</c:v>
                </c:pt>
                <c:pt idx="669">
                  <c:v>29</c:v>
                </c:pt>
                <c:pt idx="670">
                  <c:v>29</c:v>
                </c:pt>
                <c:pt idx="671">
                  <c:v>29</c:v>
                </c:pt>
                <c:pt idx="672">
                  <c:v>29</c:v>
                </c:pt>
                <c:pt idx="673">
                  <c:v>29</c:v>
                </c:pt>
                <c:pt idx="674">
                  <c:v>29</c:v>
                </c:pt>
                <c:pt idx="675">
                  <c:v>29</c:v>
                </c:pt>
                <c:pt idx="676">
                  <c:v>29</c:v>
                </c:pt>
                <c:pt idx="677">
                  <c:v>29</c:v>
                </c:pt>
                <c:pt idx="678">
                  <c:v>29</c:v>
                </c:pt>
                <c:pt idx="679">
                  <c:v>28</c:v>
                </c:pt>
                <c:pt idx="680">
                  <c:v>28</c:v>
                </c:pt>
                <c:pt idx="681">
                  <c:v>28</c:v>
                </c:pt>
                <c:pt idx="682">
                  <c:v>28</c:v>
                </c:pt>
                <c:pt idx="683">
                  <c:v>28</c:v>
                </c:pt>
                <c:pt idx="684">
                  <c:v>28</c:v>
                </c:pt>
                <c:pt idx="685">
                  <c:v>28</c:v>
                </c:pt>
                <c:pt idx="686">
                  <c:v>28</c:v>
                </c:pt>
                <c:pt idx="687">
                  <c:v>28</c:v>
                </c:pt>
                <c:pt idx="688">
                  <c:v>28</c:v>
                </c:pt>
                <c:pt idx="689">
                  <c:v>28</c:v>
                </c:pt>
                <c:pt idx="690">
                  <c:v>28</c:v>
                </c:pt>
                <c:pt idx="691">
                  <c:v>28</c:v>
                </c:pt>
                <c:pt idx="692">
                  <c:v>27</c:v>
                </c:pt>
                <c:pt idx="693">
                  <c:v>27</c:v>
                </c:pt>
                <c:pt idx="694">
                  <c:v>27</c:v>
                </c:pt>
                <c:pt idx="695">
                  <c:v>27</c:v>
                </c:pt>
                <c:pt idx="696">
                  <c:v>27</c:v>
                </c:pt>
                <c:pt idx="697">
                  <c:v>27</c:v>
                </c:pt>
                <c:pt idx="698">
                  <c:v>27</c:v>
                </c:pt>
                <c:pt idx="699">
                  <c:v>27</c:v>
                </c:pt>
                <c:pt idx="700">
                  <c:v>27</c:v>
                </c:pt>
                <c:pt idx="701">
                  <c:v>27</c:v>
                </c:pt>
                <c:pt idx="702">
                  <c:v>27</c:v>
                </c:pt>
                <c:pt idx="703">
                  <c:v>26</c:v>
                </c:pt>
                <c:pt idx="704">
                  <c:v>26</c:v>
                </c:pt>
                <c:pt idx="705">
                  <c:v>26</c:v>
                </c:pt>
                <c:pt idx="706">
                  <c:v>26</c:v>
                </c:pt>
                <c:pt idx="707">
                  <c:v>26</c:v>
                </c:pt>
                <c:pt idx="708">
                  <c:v>26</c:v>
                </c:pt>
                <c:pt idx="709">
                  <c:v>26</c:v>
                </c:pt>
                <c:pt idx="710">
                  <c:v>26</c:v>
                </c:pt>
                <c:pt idx="711">
                  <c:v>26</c:v>
                </c:pt>
                <c:pt idx="712">
                  <c:v>26</c:v>
                </c:pt>
                <c:pt idx="713">
                  <c:v>26</c:v>
                </c:pt>
                <c:pt idx="714">
                  <c:v>26</c:v>
                </c:pt>
                <c:pt idx="715">
                  <c:v>26</c:v>
                </c:pt>
                <c:pt idx="716">
                  <c:v>26</c:v>
                </c:pt>
                <c:pt idx="717">
                  <c:v>26</c:v>
                </c:pt>
                <c:pt idx="718">
                  <c:v>26</c:v>
                </c:pt>
                <c:pt idx="719">
                  <c:v>26</c:v>
                </c:pt>
                <c:pt idx="720">
                  <c:v>26</c:v>
                </c:pt>
                <c:pt idx="721">
                  <c:v>26</c:v>
                </c:pt>
                <c:pt idx="722">
                  <c:v>26</c:v>
                </c:pt>
                <c:pt idx="723">
                  <c:v>26</c:v>
                </c:pt>
                <c:pt idx="724">
                  <c:v>25</c:v>
                </c:pt>
                <c:pt idx="725">
                  <c:v>25</c:v>
                </c:pt>
                <c:pt idx="726">
                  <c:v>25</c:v>
                </c:pt>
                <c:pt idx="727">
                  <c:v>25</c:v>
                </c:pt>
                <c:pt idx="728">
                  <c:v>25</c:v>
                </c:pt>
                <c:pt idx="729">
                  <c:v>25</c:v>
                </c:pt>
                <c:pt idx="730">
                  <c:v>25</c:v>
                </c:pt>
                <c:pt idx="731">
                  <c:v>25</c:v>
                </c:pt>
                <c:pt idx="732">
                  <c:v>25</c:v>
                </c:pt>
                <c:pt idx="733">
                  <c:v>25</c:v>
                </c:pt>
                <c:pt idx="734">
                  <c:v>25</c:v>
                </c:pt>
                <c:pt idx="735">
                  <c:v>25</c:v>
                </c:pt>
                <c:pt idx="736">
                  <c:v>25</c:v>
                </c:pt>
                <c:pt idx="737">
                  <c:v>25</c:v>
                </c:pt>
                <c:pt idx="738">
                  <c:v>25</c:v>
                </c:pt>
                <c:pt idx="739">
                  <c:v>25</c:v>
                </c:pt>
                <c:pt idx="740">
                  <c:v>25</c:v>
                </c:pt>
                <c:pt idx="741">
                  <c:v>25</c:v>
                </c:pt>
                <c:pt idx="742">
                  <c:v>25</c:v>
                </c:pt>
                <c:pt idx="743">
                  <c:v>25</c:v>
                </c:pt>
                <c:pt idx="744">
                  <c:v>25</c:v>
                </c:pt>
                <c:pt idx="745">
                  <c:v>25</c:v>
                </c:pt>
                <c:pt idx="746">
                  <c:v>25</c:v>
                </c:pt>
                <c:pt idx="747">
                  <c:v>25</c:v>
                </c:pt>
                <c:pt idx="748">
                  <c:v>25</c:v>
                </c:pt>
                <c:pt idx="749">
                  <c:v>25</c:v>
                </c:pt>
                <c:pt idx="750">
                  <c:v>25</c:v>
                </c:pt>
                <c:pt idx="751">
                  <c:v>24</c:v>
                </c:pt>
                <c:pt idx="752">
                  <c:v>24</c:v>
                </c:pt>
                <c:pt idx="753">
                  <c:v>24</c:v>
                </c:pt>
                <c:pt idx="754">
                  <c:v>24</c:v>
                </c:pt>
                <c:pt idx="755">
                  <c:v>24</c:v>
                </c:pt>
                <c:pt idx="756">
                  <c:v>24</c:v>
                </c:pt>
                <c:pt idx="757">
                  <c:v>24</c:v>
                </c:pt>
                <c:pt idx="758">
                  <c:v>24</c:v>
                </c:pt>
                <c:pt idx="759">
                  <c:v>24</c:v>
                </c:pt>
                <c:pt idx="760">
                  <c:v>24</c:v>
                </c:pt>
                <c:pt idx="761">
                  <c:v>24</c:v>
                </c:pt>
                <c:pt idx="762">
                  <c:v>24</c:v>
                </c:pt>
                <c:pt idx="763">
                  <c:v>24</c:v>
                </c:pt>
                <c:pt idx="764">
                  <c:v>24</c:v>
                </c:pt>
                <c:pt idx="765">
                  <c:v>24</c:v>
                </c:pt>
                <c:pt idx="766">
                  <c:v>24</c:v>
                </c:pt>
                <c:pt idx="767">
                  <c:v>24</c:v>
                </c:pt>
                <c:pt idx="768">
                  <c:v>24</c:v>
                </c:pt>
                <c:pt idx="769">
                  <c:v>24</c:v>
                </c:pt>
                <c:pt idx="770">
                  <c:v>24</c:v>
                </c:pt>
                <c:pt idx="771">
                  <c:v>24</c:v>
                </c:pt>
                <c:pt idx="772">
                  <c:v>24</c:v>
                </c:pt>
                <c:pt idx="773">
                  <c:v>23</c:v>
                </c:pt>
                <c:pt idx="774">
                  <c:v>23</c:v>
                </c:pt>
                <c:pt idx="775">
                  <c:v>23</c:v>
                </c:pt>
                <c:pt idx="776">
                  <c:v>23</c:v>
                </c:pt>
                <c:pt idx="777">
                  <c:v>23</c:v>
                </c:pt>
                <c:pt idx="778">
                  <c:v>23</c:v>
                </c:pt>
                <c:pt idx="779">
                  <c:v>23</c:v>
                </c:pt>
                <c:pt idx="780">
                  <c:v>23</c:v>
                </c:pt>
                <c:pt idx="781">
                  <c:v>23</c:v>
                </c:pt>
                <c:pt idx="782">
                  <c:v>23</c:v>
                </c:pt>
                <c:pt idx="783">
                  <c:v>23</c:v>
                </c:pt>
                <c:pt idx="784">
                  <c:v>23</c:v>
                </c:pt>
                <c:pt idx="785">
                  <c:v>23</c:v>
                </c:pt>
                <c:pt idx="786">
                  <c:v>23</c:v>
                </c:pt>
                <c:pt idx="787">
                  <c:v>23</c:v>
                </c:pt>
                <c:pt idx="788">
                  <c:v>22</c:v>
                </c:pt>
                <c:pt idx="789">
                  <c:v>22</c:v>
                </c:pt>
                <c:pt idx="790">
                  <c:v>22</c:v>
                </c:pt>
                <c:pt idx="791">
                  <c:v>22</c:v>
                </c:pt>
                <c:pt idx="792">
                  <c:v>22</c:v>
                </c:pt>
                <c:pt idx="793">
                  <c:v>22</c:v>
                </c:pt>
                <c:pt idx="794">
                  <c:v>22</c:v>
                </c:pt>
                <c:pt idx="795">
                  <c:v>22</c:v>
                </c:pt>
                <c:pt idx="796">
                  <c:v>22</c:v>
                </c:pt>
                <c:pt idx="797">
                  <c:v>22</c:v>
                </c:pt>
                <c:pt idx="798">
                  <c:v>22</c:v>
                </c:pt>
                <c:pt idx="799">
                  <c:v>22</c:v>
                </c:pt>
                <c:pt idx="800">
                  <c:v>22</c:v>
                </c:pt>
                <c:pt idx="801">
                  <c:v>22</c:v>
                </c:pt>
                <c:pt idx="802">
                  <c:v>22</c:v>
                </c:pt>
                <c:pt idx="803">
                  <c:v>22</c:v>
                </c:pt>
                <c:pt idx="804">
                  <c:v>22</c:v>
                </c:pt>
                <c:pt idx="805">
                  <c:v>22</c:v>
                </c:pt>
                <c:pt idx="806">
                  <c:v>22</c:v>
                </c:pt>
                <c:pt idx="807">
                  <c:v>22</c:v>
                </c:pt>
                <c:pt idx="808">
                  <c:v>22</c:v>
                </c:pt>
                <c:pt idx="809">
                  <c:v>22</c:v>
                </c:pt>
                <c:pt idx="810">
                  <c:v>22</c:v>
                </c:pt>
                <c:pt idx="811">
                  <c:v>21</c:v>
                </c:pt>
                <c:pt idx="812">
                  <c:v>21</c:v>
                </c:pt>
                <c:pt idx="813">
                  <c:v>21</c:v>
                </c:pt>
                <c:pt idx="814">
                  <c:v>21</c:v>
                </c:pt>
                <c:pt idx="815">
                  <c:v>21</c:v>
                </c:pt>
                <c:pt idx="816">
                  <c:v>21</c:v>
                </c:pt>
                <c:pt idx="817">
                  <c:v>21</c:v>
                </c:pt>
                <c:pt idx="818">
                  <c:v>21</c:v>
                </c:pt>
                <c:pt idx="819">
                  <c:v>21</c:v>
                </c:pt>
                <c:pt idx="820">
                  <c:v>21</c:v>
                </c:pt>
                <c:pt idx="821">
                  <c:v>21</c:v>
                </c:pt>
                <c:pt idx="822">
                  <c:v>21</c:v>
                </c:pt>
                <c:pt idx="823">
                  <c:v>21</c:v>
                </c:pt>
                <c:pt idx="824">
                  <c:v>21</c:v>
                </c:pt>
                <c:pt idx="825">
                  <c:v>21</c:v>
                </c:pt>
                <c:pt idx="826">
                  <c:v>21</c:v>
                </c:pt>
                <c:pt idx="827">
                  <c:v>21</c:v>
                </c:pt>
                <c:pt idx="828">
                  <c:v>21</c:v>
                </c:pt>
                <c:pt idx="829">
                  <c:v>21</c:v>
                </c:pt>
                <c:pt idx="830">
                  <c:v>21</c:v>
                </c:pt>
                <c:pt idx="831">
                  <c:v>21</c:v>
                </c:pt>
                <c:pt idx="832">
                  <c:v>21</c:v>
                </c:pt>
                <c:pt idx="833">
                  <c:v>20</c:v>
                </c:pt>
                <c:pt idx="834">
                  <c:v>20</c:v>
                </c:pt>
                <c:pt idx="835">
                  <c:v>20</c:v>
                </c:pt>
                <c:pt idx="836">
                  <c:v>20</c:v>
                </c:pt>
                <c:pt idx="837">
                  <c:v>20</c:v>
                </c:pt>
                <c:pt idx="838">
                  <c:v>20</c:v>
                </c:pt>
                <c:pt idx="839">
                  <c:v>20</c:v>
                </c:pt>
                <c:pt idx="840">
                  <c:v>20</c:v>
                </c:pt>
                <c:pt idx="841">
                  <c:v>20</c:v>
                </c:pt>
                <c:pt idx="842">
                  <c:v>20</c:v>
                </c:pt>
                <c:pt idx="843">
                  <c:v>20</c:v>
                </c:pt>
                <c:pt idx="844">
                  <c:v>20</c:v>
                </c:pt>
                <c:pt idx="845">
                  <c:v>20</c:v>
                </c:pt>
                <c:pt idx="846">
                  <c:v>20</c:v>
                </c:pt>
                <c:pt idx="847">
                  <c:v>20</c:v>
                </c:pt>
                <c:pt idx="848">
                  <c:v>20</c:v>
                </c:pt>
                <c:pt idx="849">
                  <c:v>20</c:v>
                </c:pt>
                <c:pt idx="850">
                  <c:v>20</c:v>
                </c:pt>
                <c:pt idx="851">
                  <c:v>20</c:v>
                </c:pt>
                <c:pt idx="852">
                  <c:v>20</c:v>
                </c:pt>
                <c:pt idx="853">
                  <c:v>19</c:v>
                </c:pt>
                <c:pt idx="854">
                  <c:v>19</c:v>
                </c:pt>
                <c:pt idx="855">
                  <c:v>19</c:v>
                </c:pt>
                <c:pt idx="856">
                  <c:v>19</c:v>
                </c:pt>
                <c:pt idx="857">
                  <c:v>19</c:v>
                </c:pt>
                <c:pt idx="858">
                  <c:v>19</c:v>
                </c:pt>
                <c:pt idx="859">
                  <c:v>19</c:v>
                </c:pt>
                <c:pt idx="860">
                  <c:v>19</c:v>
                </c:pt>
                <c:pt idx="861">
                  <c:v>19</c:v>
                </c:pt>
                <c:pt idx="862">
                  <c:v>19</c:v>
                </c:pt>
                <c:pt idx="863">
                  <c:v>19</c:v>
                </c:pt>
                <c:pt idx="864">
                  <c:v>19</c:v>
                </c:pt>
                <c:pt idx="865">
                  <c:v>19</c:v>
                </c:pt>
                <c:pt idx="866">
                  <c:v>18</c:v>
                </c:pt>
                <c:pt idx="867">
                  <c:v>18</c:v>
                </c:pt>
                <c:pt idx="868">
                  <c:v>18</c:v>
                </c:pt>
                <c:pt idx="869">
                  <c:v>18</c:v>
                </c:pt>
                <c:pt idx="870">
                  <c:v>18</c:v>
                </c:pt>
                <c:pt idx="871">
                  <c:v>18</c:v>
                </c:pt>
                <c:pt idx="872">
                  <c:v>18</c:v>
                </c:pt>
                <c:pt idx="873">
                  <c:v>18</c:v>
                </c:pt>
                <c:pt idx="874">
                  <c:v>18</c:v>
                </c:pt>
                <c:pt idx="875">
                  <c:v>18</c:v>
                </c:pt>
                <c:pt idx="876">
                  <c:v>18</c:v>
                </c:pt>
                <c:pt idx="877">
                  <c:v>18</c:v>
                </c:pt>
                <c:pt idx="878">
                  <c:v>18</c:v>
                </c:pt>
                <c:pt idx="879">
                  <c:v>18</c:v>
                </c:pt>
                <c:pt idx="880">
                  <c:v>18</c:v>
                </c:pt>
                <c:pt idx="881">
                  <c:v>18</c:v>
                </c:pt>
                <c:pt idx="882">
                  <c:v>18</c:v>
                </c:pt>
                <c:pt idx="883">
                  <c:v>18</c:v>
                </c:pt>
                <c:pt idx="884">
                  <c:v>17</c:v>
                </c:pt>
                <c:pt idx="885">
                  <c:v>17</c:v>
                </c:pt>
                <c:pt idx="886">
                  <c:v>17</c:v>
                </c:pt>
                <c:pt idx="887">
                  <c:v>17</c:v>
                </c:pt>
                <c:pt idx="888">
                  <c:v>17</c:v>
                </c:pt>
                <c:pt idx="889">
                  <c:v>17</c:v>
                </c:pt>
                <c:pt idx="890">
                  <c:v>17</c:v>
                </c:pt>
                <c:pt idx="891">
                  <c:v>17</c:v>
                </c:pt>
                <c:pt idx="892">
                  <c:v>17</c:v>
                </c:pt>
                <c:pt idx="893">
                  <c:v>17</c:v>
                </c:pt>
                <c:pt idx="894">
                  <c:v>17</c:v>
                </c:pt>
                <c:pt idx="895">
                  <c:v>17</c:v>
                </c:pt>
                <c:pt idx="896">
                  <c:v>17</c:v>
                </c:pt>
                <c:pt idx="897">
                  <c:v>17</c:v>
                </c:pt>
                <c:pt idx="898">
                  <c:v>17</c:v>
                </c:pt>
                <c:pt idx="899">
                  <c:v>17</c:v>
                </c:pt>
                <c:pt idx="900">
                  <c:v>17</c:v>
                </c:pt>
                <c:pt idx="901">
                  <c:v>17</c:v>
                </c:pt>
                <c:pt idx="902">
                  <c:v>17</c:v>
                </c:pt>
                <c:pt idx="903">
                  <c:v>17</c:v>
                </c:pt>
                <c:pt idx="904">
                  <c:v>17</c:v>
                </c:pt>
                <c:pt idx="905">
                  <c:v>17</c:v>
                </c:pt>
                <c:pt idx="906">
                  <c:v>17</c:v>
                </c:pt>
                <c:pt idx="907">
                  <c:v>17</c:v>
                </c:pt>
                <c:pt idx="908">
                  <c:v>17</c:v>
                </c:pt>
                <c:pt idx="909">
                  <c:v>17</c:v>
                </c:pt>
                <c:pt idx="910">
                  <c:v>17</c:v>
                </c:pt>
                <c:pt idx="911">
                  <c:v>17</c:v>
                </c:pt>
                <c:pt idx="912">
                  <c:v>17</c:v>
                </c:pt>
                <c:pt idx="913">
                  <c:v>16</c:v>
                </c:pt>
                <c:pt idx="914">
                  <c:v>16</c:v>
                </c:pt>
                <c:pt idx="915">
                  <c:v>16</c:v>
                </c:pt>
                <c:pt idx="916">
                  <c:v>16</c:v>
                </c:pt>
                <c:pt idx="917">
                  <c:v>16</c:v>
                </c:pt>
                <c:pt idx="918">
                  <c:v>16</c:v>
                </c:pt>
                <c:pt idx="919">
                  <c:v>16</c:v>
                </c:pt>
                <c:pt idx="920">
                  <c:v>16</c:v>
                </c:pt>
                <c:pt idx="921">
                  <c:v>16</c:v>
                </c:pt>
                <c:pt idx="922">
                  <c:v>16</c:v>
                </c:pt>
                <c:pt idx="923">
                  <c:v>16</c:v>
                </c:pt>
                <c:pt idx="924">
                  <c:v>16</c:v>
                </c:pt>
                <c:pt idx="925">
                  <c:v>16</c:v>
                </c:pt>
                <c:pt idx="926">
                  <c:v>16</c:v>
                </c:pt>
                <c:pt idx="927">
                  <c:v>16</c:v>
                </c:pt>
                <c:pt idx="928">
                  <c:v>16</c:v>
                </c:pt>
                <c:pt idx="929">
                  <c:v>16</c:v>
                </c:pt>
                <c:pt idx="930">
                  <c:v>16</c:v>
                </c:pt>
                <c:pt idx="931">
                  <c:v>16</c:v>
                </c:pt>
                <c:pt idx="932">
                  <c:v>16</c:v>
                </c:pt>
                <c:pt idx="933">
                  <c:v>15</c:v>
                </c:pt>
                <c:pt idx="934">
                  <c:v>15</c:v>
                </c:pt>
                <c:pt idx="935">
                  <c:v>15</c:v>
                </c:pt>
                <c:pt idx="936">
                  <c:v>15</c:v>
                </c:pt>
                <c:pt idx="937">
                  <c:v>15</c:v>
                </c:pt>
                <c:pt idx="938">
                  <c:v>15</c:v>
                </c:pt>
                <c:pt idx="939">
                  <c:v>15</c:v>
                </c:pt>
                <c:pt idx="940">
                  <c:v>15</c:v>
                </c:pt>
                <c:pt idx="941">
                  <c:v>15</c:v>
                </c:pt>
                <c:pt idx="942">
                  <c:v>15</c:v>
                </c:pt>
                <c:pt idx="943">
                  <c:v>15</c:v>
                </c:pt>
                <c:pt idx="944">
                  <c:v>15</c:v>
                </c:pt>
                <c:pt idx="945">
                  <c:v>15</c:v>
                </c:pt>
                <c:pt idx="946">
                  <c:v>15</c:v>
                </c:pt>
                <c:pt idx="947">
                  <c:v>15</c:v>
                </c:pt>
                <c:pt idx="948">
                  <c:v>15</c:v>
                </c:pt>
                <c:pt idx="949">
                  <c:v>15</c:v>
                </c:pt>
                <c:pt idx="950">
                  <c:v>15</c:v>
                </c:pt>
                <c:pt idx="951">
                  <c:v>15</c:v>
                </c:pt>
                <c:pt idx="952">
                  <c:v>14</c:v>
                </c:pt>
                <c:pt idx="953">
                  <c:v>14</c:v>
                </c:pt>
                <c:pt idx="954">
                  <c:v>14</c:v>
                </c:pt>
                <c:pt idx="955">
                  <c:v>14</c:v>
                </c:pt>
                <c:pt idx="956">
                  <c:v>14</c:v>
                </c:pt>
                <c:pt idx="957">
                  <c:v>14</c:v>
                </c:pt>
                <c:pt idx="958">
                  <c:v>14</c:v>
                </c:pt>
                <c:pt idx="959">
                  <c:v>14</c:v>
                </c:pt>
                <c:pt idx="960">
                  <c:v>14</c:v>
                </c:pt>
                <c:pt idx="961">
                  <c:v>14</c:v>
                </c:pt>
                <c:pt idx="962">
                  <c:v>14</c:v>
                </c:pt>
                <c:pt idx="963">
                  <c:v>14</c:v>
                </c:pt>
                <c:pt idx="964">
                  <c:v>14</c:v>
                </c:pt>
                <c:pt idx="965">
                  <c:v>14</c:v>
                </c:pt>
                <c:pt idx="966">
                  <c:v>14</c:v>
                </c:pt>
                <c:pt idx="967">
                  <c:v>14</c:v>
                </c:pt>
                <c:pt idx="968">
                  <c:v>14</c:v>
                </c:pt>
                <c:pt idx="969">
                  <c:v>14</c:v>
                </c:pt>
                <c:pt idx="970">
                  <c:v>13</c:v>
                </c:pt>
                <c:pt idx="971">
                  <c:v>13</c:v>
                </c:pt>
                <c:pt idx="972">
                  <c:v>13</c:v>
                </c:pt>
                <c:pt idx="973">
                  <c:v>13</c:v>
                </c:pt>
                <c:pt idx="974">
                  <c:v>13</c:v>
                </c:pt>
                <c:pt idx="975">
                  <c:v>13</c:v>
                </c:pt>
                <c:pt idx="976">
                  <c:v>13</c:v>
                </c:pt>
                <c:pt idx="977">
                  <c:v>13</c:v>
                </c:pt>
                <c:pt idx="978">
                  <c:v>13</c:v>
                </c:pt>
                <c:pt idx="979">
                  <c:v>13</c:v>
                </c:pt>
                <c:pt idx="980">
                  <c:v>13</c:v>
                </c:pt>
                <c:pt idx="981">
                  <c:v>13</c:v>
                </c:pt>
                <c:pt idx="982">
                  <c:v>13</c:v>
                </c:pt>
                <c:pt idx="983">
                  <c:v>12</c:v>
                </c:pt>
                <c:pt idx="984">
                  <c:v>12</c:v>
                </c:pt>
                <c:pt idx="985">
                  <c:v>12</c:v>
                </c:pt>
                <c:pt idx="986">
                  <c:v>12</c:v>
                </c:pt>
                <c:pt idx="987">
                  <c:v>12</c:v>
                </c:pt>
                <c:pt idx="988">
                  <c:v>12</c:v>
                </c:pt>
                <c:pt idx="989">
                  <c:v>12</c:v>
                </c:pt>
                <c:pt idx="990">
                  <c:v>12</c:v>
                </c:pt>
                <c:pt idx="991">
                  <c:v>12</c:v>
                </c:pt>
                <c:pt idx="992">
                  <c:v>12</c:v>
                </c:pt>
                <c:pt idx="993">
                  <c:v>11</c:v>
                </c:pt>
                <c:pt idx="994">
                  <c:v>11</c:v>
                </c:pt>
                <c:pt idx="995">
                  <c:v>11</c:v>
                </c:pt>
                <c:pt idx="996">
                  <c:v>11</c:v>
                </c:pt>
                <c:pt idx="997">
                  <c:v>11</c:v>
                </c:pt>
                <c:pt idx="998">
                  <c:v>10</c:v>
                </c:pt>
                <c:pt idx="99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D0-48E9-BE11-1157A51683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-20"/>
        <c:axId val="1985263200"/>
        <c:axId val="1985252640"/>
      </c:barChart>
      <c:catAx>
        <c:axId val="19852632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solidFill>
            <a:schemeClr val="tx2"/>
          </a:solidFill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5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5252640"/>
        <c:crosses val="autoZero"/>
        <c:auto val="1"/>
        <c:lblAlgn val="ctr"/>
        <c:lblOffset val="100"/>
        <c:noMultiLvlLbl val="0"/>
      </c:catAx>
      <c:valAx>
        <c:axId val="1985252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5263200"/>
        <c:crosses val="autoZero"/>
        <c:crossBetween val="between"/>
      </c:valAx>
      <c:spPr>
        <a:solidFill>
          <a:srgbClr val="00B0F0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5">
        <a:lumMod val="60000"/>
        <a:lumOff val="40000"/>
      </a:schemeClr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Route – optimization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2059930008748916E-2"/>
          <c:y val="0.11692147856517936"/>
          <c:w val="0.8634956255468067"/>
          <c:h val="0.5748111694371537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'3'!$B$1</c:f>
              <c:strCache>
                <c:ptCount val="1"/>
                <c:pt idx="0">
                  <c:v>Distance_KM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'3'!$A$2:$A$21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'3'!$B$2:$B$21</c:f>
              <c:numCache>
                <c:formatCode>General</c:formatCode>
                <c:ptCount val="20"/>
                <c:pt idx="0">
                  <c:v>4620</c:v>
                </c:pt>
                <c:pt idx="1">
                  <c:v>7264</c:v>
                </c:pt>
                <c:pt idx="2">
                  <c:v>885</c:v>
                </c:pt>
                <c:pt idx="3">
                  <c:v>8555</c:v>
                </c:pt>
                <c:pt idx="4">
                  <c:v>10023</c:v>
                </c:pt>
                <c:pt idx="5">
                  <c:v>2364</c:v>
                </c:pt>
                <c:pt idx="6">
                  <c:v>5297</c:v>
                </c:pt>
                <c:pt idx="7">
                  <c:v>1846</c:v>
                </c:pt>
                <c:pt idx="8">
                  <c:v>5582</c:v>
                </c:pt>
                <c:pt idx="9">
                  <c:v>6268</c:v>
                </c:pt>
                <c:pt idx="10">
                  <c:v>7369</c:v>
                </c:pt>
                <c:pt idx="11">
                  <c:v>11397</c:v>
                </c:pt>
                <c:pt idx="12">
                  <c:v>3794</c:v>
                </c:pt>
                <c:pt idx="13">
                  <c:v>5394</c:v>
                </c:pt>
                <c:pt idx="14">
                  <c:v>606</c:v>
                </c:pt>
                <c:pt idx="15">
                  <c:v>8018</c:v>
                </c:pt>
                <c:pt idx="16">
                  <c:v>6651</c:v>
                </c:pt>
                <c:pt idx="17">
                  <c:v>9347</c:v>
                </c:pt>
                <c:pt idx="18">
                  <c:v>7255</c:v>
                </c:pt>
                <c:pt idx="19">
                  <c:v>2513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C9-46D0-BABF-3D4CFFB08673}"/>
            </c:ext>
          </c:extLst>
        </c:ser>
        <c:ser>
          <c:idx val="1"/>
          <c:order val="1"/>
          <c:tx>
            <c:strRef>
              <c:f>'3'!$C$1</c:f>
              <c:strCache>
                <c:ptCount val="1"/>
                <c:pt idx="0">
                  <c:v>Avg_Transit_Time_Hours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'3'!$A$2:$A$21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'3'!$C$2:$C$21</c:f>
              <c:numCache>
                <c:formatCode>General</c:formatCode>
                <c:ptCount val="20"/>
                <c:pt idx="0">
                  <c:v>32.1</c:v>
                </c:pt>
                <c:pt idx="1">
                  <c:v>18.5</c:v>
                </c:pt>
                <c:pt idx="2">
                  <c:v>23.5</c:v>
                </c:pt>
                <c:pt idx="3">
                  <c:v>49.1</c:v>
                </c:pt>
                <c:pt idx="4">
                  <c:v>23.3</c:v>
                </c:pt>
                <c:pt idx="5">
                  <c:v>23.3</c:v>
                </c:pt>
                <c:pt idx="6">
                  <c:v>30.5</c:v>
                </c:pt>
                <c:pt idx="7">
                  <c:v>17.100000000000001</c:v>
                </c:pt>
                <c:pt idx="8">
                  <c:v>15.5</c:v>
                </c:pt>
                <c:pt idx="9">
                  <c:v>11.6</c:v>
                </c:pt>
                <c:pt idx="10">
                  <c:v>15.5</c:v>
                </c:pt>
                <c:pt idx="11">
                  <c:v>42.3</c:v>
                </c:pt>
                <c:pt idx="12">
                  <c:v>31.3</c:v>
                </c:pt>
                <c:pt idx="13">
                  <c:v>27.3</c:v>
                </c:pt>
                <c:pt idx="14">
                  <c:v>11.5</c:v>
                </c:pt>
                <c:pt idx="15">
                  <c:v>31.2</c:v>
                </c:pt>
                <c:pt idx="16">
                  <c:v>45.1</c:v>
                </c:pt>
                <c:pt idx="17">
                  <c:v>43</c:v>
                </c:pt>
                <c:pt idx="18">
                  <c:v>13.3</c:v>
                </c:pt>
                <c:pt idx="19">
                  <c:v>17.2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C9-46D0-BABF-3D4CFFB08673}"/>
            </c:ext>
          </c:extLst>
        </c:ser>
        <c:ser>
          <c:idx val="2"/>
          <c:order val="2"/>
          <c:tx>
            <c:strRef>
              <c:f>'3'!$D$1</c:f>
              <c:strCache>
                <c:ptCount val="1"/>
                <c:pt idx="0">
                  <c:v>Efficiency_Ratio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'3'!$A$2:$A$21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'3'!$D$2:$D$21</c:f>
              <c:numCache>
                <c:formatCode>General</c:formatCode>
                <c:ptCount val="20"/>
                <c:pt idx="0">
                  <c:v>143.93</c:v>
                </c:pt>
                <c:pt idx="1">
                  <c:v>392.65</c:v>
                </c:pt>
                <c:pt idx="2">
                  <c:v>37.659999999999997</c:v>
                </c:pt>
                <c:pt idx="3">
                  <c:v>174.24</c:v>
                </c:pt>
                <c:pt idx="4">
                  <c:v>430.17</c:v>
                </c:pt>
                <c:pt idx="5">
                  <c:v>101.46</c:v>
                </c:pt>
                <c:pt idx="6">
                  <c:v>173.67</c:v>
                </c:pt>
                <c:pt idx="7">
                  <c:v>107.95</c:v>
                </c:pt>
                <c:pt idx="8">
                  <c:v>360.13</c:v>
                </c:pt>
                <c:pt idx="9">
                  <c:v>540.34</c:v>
                </c:pt>
                <c:pt idx="10">
                  <c:v>475.42</c:v>
                </c:pt>
                <c:pt idx="11">
                  <c:v>269.43</c:v>
                </c:pt>
                <c:pt idx="12">
                  <c:v>121.21</c:v>
                </c:pt>
                <c:pt idx="13">
                  <c:v>197.58</c:v>
                </c:pt>
                <c:pt idx="14">
                  <c:v>52.7</c:v>
                </c:pt>
                <c:pt idx="15">
                  <c:v>256.99</c:v>
                </c:pt>
                <c:pt idx="16">
                  <c:v>147.47</c:v>
                </c:pt>
                <c:pt idx="17">
                  <c:v>217.37</c:v>
                </c:pt>
                <c:pt idx="18">
                  <c:v>545.49</c:v>
                </c:pt>
                <c:pt idx="19">
                  <c:v>146.1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C9-46D0-BABF-3D4CFFB086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18331632"/>
        <c:axId val="1318336432"/>
      </c:barChart>
      <c:catAx>
        <c:axId val="1318331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8336432"/>
        <c:crosses val="autoZero"/>
        <c:auto val="1"/>
        <c:lblAlgn val="ctr"/>
        <c:lblOffset val="100"/>
        <c:noMultiLvlLbl val="0"/>
      </c:catAx>
      <c:valAx>
        <c:axId val="1318336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833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endParaRPr lang="en-US" baseline="0" dirty="0"/>
          </a:p>
          <a:p>
            <a:pPr>
              <a:defRPr/>
            </a:pPr>
            <a:endParaRPr lang="en-US" dirty="0"/>
          </a:p>
        </c:rich>
      </c:tx>
      <c:layout>
        <c:manualLayout>
          <c:xMode val="edge"/>
          <c:yMode val="edge"/>
          <c:x val="0.19659711286089238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7433709460133536E-2"/>
          <c:y val="0.24344513420657288"/>
          <c:w val="0.87113354367190843"/>
          <c:h val="0.491442117290988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'4'!$B$1</c:f>
              <c:strCache>
                <c:ptCount val="1"/>
                <c:pt idx="0">
                  <c:v>Distance_KM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hade val="65000"/>
                    <a:tint val="96000"/>
                    <a:lumMod val="100000"/>
                  </a:schemeClr>
                </a:gs>
                <a:gs pos="78000">
                  <a:schemeClr val="accent5">
                    <a:shade val="65000"/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'4'!$A$2:$A$4</c:f>
              <c:strCache>
                <c:ptCount val="3"/>
                <c:pt idx="0">
                  <c:v>R019</c:v>
                </c:pt>
                <c:pt idx="1">
                  <c:v>R010</c:v>
                </c:pt>
                <c:pt idx="2">
                  <c:v>R011</c:v>
                </c:pt>
              </c:strCache>
            </c:strRef>
          </c:cat>
          <c:val>
            <c:numRef>
              <c:f>'4'!$B$2:$B$4</c:f>
              <c:numCache>
                <c:formatCode>General</c:formatCode>
                <c:ptCount val="3"/>
                <c:pt idx="0">
                  <c:v>7255</c:v>
                </c:pt>
                <c:pt idx="1">
                  <c:v>6268</c:v>
                </c:pt>
                <c:pt idx="2">
                  <c:v>7369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49-418D-AC71-2D444840137B}"/>
            </c:ext>
          </c:extLst>
        </c:ser>
        <c:ser>
          <c:idx val="1"/>
          <c:order val="1"/>
          <c:tx>
            <c:strRef>
              <c:f>'4'!$C$1</c:f>
              <c:strCache>
                <c:ptCount val="1"/>
                <c:pt idx="0">
                  <c:v>Avg_Transit_Time_Hours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96000"/>
                    <a:lumMod val="100000"/>
                  </a:schemeClr>
                </a:gs>
                <a:gs pos="78000">
                  <a:schemeClr val="accent5"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'4'!$A$2:$A$4</c:f>
              <c:strCache>
                <c:ptCount val="3"/>
                <c:pt idx="0">
                  <c:v>R019</c:v>
                </c:pt>
                <c:pt idx="1">
                  <c:v>R010</c:v>
                </c:pt>
                <c:pt idx="2">
                  <c:v>R011</c:v>
                </c:pt>
              </c:strCache>
            </c:strRef>
          </c:cat>
          <c:val>
            <c:numRef>
              <c:f>'4'!$C$2:$C$4</c:f>
              <c:numCache>
                <c:formatCode>General</c:formatCode>
                <c:ptCount val="3"/>
                <c:pt idx="0">
                  <c:v>13.3</c:v>
                </c:pt>
                <c:pt idx="1">
                  <c:v>11.6</c:v>
                </c:pt>
                <c:pt idx="2">
                  <c:v>15.5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49-418D-AC71-2D444840137B}"/>
            </c:ext>
          </c:extLst>
        </c:ser>
        <c:ser>
          <c:idx val="2"/>
          <c:order val="2"/>
          <c:tx>
            <c:strRef>
              <c:f>'4'!$D$1</c:f>
              <c:strCache>
                <c:ptCount val="1"/>
                <c:pt idx="0">
                  <c:v>Efficiency_Ratio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tint val="65000"/>
                    <a:tint val="96000"/>
                    <a:lumMod val="100000"/>
                  </a:schemeClr>
                </a:gs>
                <a:gs pos="78000">
                  <a:schemeClr val="accent5">
                    <a:tint val="65000"/>
                    <a:shade val="94000"/>
                    <a:lumMod val="94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'4'!$A$2:$A$4</c:f>
              <c:strCache>
                <c:ptCount val="3"/>
                <c:pt idx="0">
                  <c:v>R019</c:v>
                </c:pt>
                <c:pt idx="1">
                  <c:v>R010</c:v>
                </c:pt>
                <c:pt idx="2">
                  <c:v>R011</c:v>
                </c:pt>
              </c:strCache>
            </c:strRef>
          </c:cat>
          <c:val>
            <c:numRef>
              <c:f>'4'!$D$2:$D$4</c:f>
              <c:numCache>
                <c:formatCode>General</c:formatCode>
                <c:ptCount val="3"/>
                <c:pt idx="0">
                  <c:v>545.49</c:v>
                </c:pt>
                <c:pt idx="1">
                  <c:v>540.34</c:v>
                </c:pt>
                <c:pt idx="2">
                  <c:v>475.42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49-418D-AC71-2D44484013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79813600"/>
        <c:axId val="479809760"/>
      </c:barChart>
      <c:catAx>
        <c:axId val="479813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9809760"/>
        <c:crosses val="autoZero"/>
        <c:auto val="1"/>
        <c:lblAlgn val="ctr"/>
        <c:lblOffset val="100"/>
        <c:noMultiLvlLbl val="0"/>
      </c:catAx>
      <c:valAx>
        <c:axId val="479809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9813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6799117430653391"/>
          <c:y val="0.18619280729075224"/>
          <c:w val="0.67201016181426054"/>
          <c:h val="0.7048171801764622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Table1!$C$1</c:f>
              <c:strCache>
                <c:ptCount val="1"/>
                <c:pt idx="0">
                  <c:v>On_Time_Percentage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multiLvlStrRef>
              <c:f>Table1!$A$2:$B$7</c:f>
              <c:multiLvlStrCache>
                <c:ptCount val="6"/>
                <c:lvl>
                  <c:pt idx="0">
                    <c:v>Taylor Garcia</c:v>
                  </c:pt>
                  <c:pt idx="1">
                    <c:v>Jamie Lopez</c:v>
                  </c:pt>
                  <c:pt idx="2">
                    <c:v>Noah Moore</c:v>
                  </c:pt>
                  <c:pt idx="3">
                    <c:v>Cameron Garcia</c:v>
                  </c:pt>
                  <c:pt idx="4">
                    <c:v>Mia Taylor</c:v>
                  </c:pt>
                  <c:pt idx="5">
                    <c:v>Casey Miller</c:v>
                  </c:pt>
                </c:lvl>
                <c:lvl>
                  <c:pt idx="0">
                    <c:v>A0014</c:v>
                  </c:pt>
                  <c:pt idx="1">
                    <c:v>A0019</c:v>
                  </c:pt>
                  <c:pt idx="2">
                    <c:v>A0002</c:v>
                  </c:pt>
                  <c:pt idx="3">
                    <c:v>A0043</c:v>
                  </c:pt>
                  <c:pt idx="4">
                    <c:v>A0009</c:v>
                  </c:pt>
                  <c:pt idx="5">
                    <c:v>A0018</c:v>
                  </c:pt>
                </c:lvl>
              </c:multiLvlStrCache>
            </c:multiLvlStrRef>
          </c:cat>
          <c:val>
            <c:numRef>
              <c:f>Table1!$C$2:$C$7</c:f>
              <c:numCache>
                <c:formatCode>General</c:formatCode>
                <c:ptCount val="6"/>
                <c:pt idx="0">
                  <c:v>23.81</c:v>
                </c:pt>
                <c:pt idx="1">
                  <c:v>21.74</c:v>
                </c:pt>
                <c:pt idx="2">
                  <c:v>20</c:v>
                </c:pt>
                <c:pt idx="3">
                  <c:v>18.75</c:v>
                </c:pt>
                <c:pt idx="4">
                  <c:v>17.39</c:v>
                </c:pt>
                <c:pt idx="5">
                  <c:v>15.38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77-466D-B3B5-31237CD6E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62462703"/>
        <c:axId val="662455023"/>
      </c:barChart>
      <c:catAx>
        <c:axId val="6624627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2455023"/>
        <c:crosses val="autoZero"/>
        <c:auto val="1"/>
        <c:lblAlgn val="ctr"/>
        <c:lblOffset val="100"/>
        <c:noMultiLvlLbl val="0"/>
      </c:catAx>
      <c:valAx>
        <c:axId val="6624550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24627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[6.1.xml]Sheet2!PivotTable13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Count of Shipment_id by delivery_status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888-41A2-B28F-1E0B5EBBC01F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888-41A2-B28F-1E0B5EBBC01F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888-41A2-B28F-1E0B5EBBC01F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Sheet2!$A$4:$A$6</c:f>
              <c:strCache>
                <c:ptCount val="3"/>
                <c:pt idx="0">
                  <c:v>Delivered</c:v>
                </c:pt>
                <c:pt idx="1">
                  <c:v>In Transit</c:v>
                </c:pt>
                <c:pt idx="2">
                  <c:v>Returned</c:v>
                </c:pt>
              </c:strCache>
            </c:strRef>
          </c:cat>
          <c:val>
            <c:numRef>
              <c:f>Sheet2!$B$4:$B$6</c:f>
              <c:numCache>
                <c:formatCode>General</c:formatCode>
                <c:ptCount val="3"/>
                <c:pt idx="0">
                  <c:v>895</c:v>
                </c:pt>
                <c:pt idx="1">
                  <c:v>87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888-41A2-B28F-1E0B5EBBC01F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[6.2.xml]Sheet2!PivotTable10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Count of route_id by delivery_status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704-48ED-8DB0-8F25A22B20E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2704-48ED-8DB0-8F25A22B20E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2704-48ED-8DB0-8F25A22B20E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2704-48ED-8DB0-8F25A22B20E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2704-48ED-8DB0-8F25A22B20E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2704-48ED-8DB0-8F25A22B20EC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2704-48ED-8DB0-8F25A22B20EC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2704-48ED-8DB0-8F25A22B20EC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Sheet2!$A$4:$A$11</c:f>
              <c:strCache>
                <c:ptCount val="8"/>
                <c:pt idx="0">
                  <c:v>1</c:v>
                </c:pt>
                <c:pt idx="1">
                  <c:v>11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strCache>
            </c:strRef>
          </c:cat>
          <c:val>
            <c:numRef>
              <c:f>Sheet2!$B$4:$B$11</c:f>
              <c:numCache>
                <c:formatCode>General</c:formatCode>
                <c:ptCount val="8"/>
                <c:pt idx="0">
                  <c:v>11</c:v>
                </c:pt>
                <c:pt idx="1">
                  <c:v>1</c:v>
                </c:pt>
                <c:pt idx="2">
                  <c:v>2</c:v>
                </c:pt>
                <c:pt idx="3">
                  <c:v>6</c:v>
                </c:pt>
                <c:pt idx="4">
                  <c:v>5</c:v>
                </c:pt>
                <c:pt idx="5">
                  <c:v>2</c:v>
                </c:pt>
                <c:pt idx="6">
                  <c:v>4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704-48ED-8DB0-8F25A22B20EC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[6.3.xml]Sheet2!PivotTable22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Count of shipment_id by warehouse_id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2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3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3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3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3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3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3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3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3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3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3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4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4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4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4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4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4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4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4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4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4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5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5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5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5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5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5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5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5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5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6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6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6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6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6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6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6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6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6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6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7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7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7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7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7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7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7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7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7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7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8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8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8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8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8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8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8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8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8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8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9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9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9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9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9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9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9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9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9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  <c:pivotFmt>
        <c:idx val="9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c:spPr>
      </c:pivotFmt>
    </c:pivotFmts>
    <c:plotArea>
      <c:layout>
        <c:manualLayout>
          <c:layoutTarget val="inner"/>
          <c:xMode val="edge"/>
          <c:yMode val="edge"/>
          <c:x val="0.26811089238845143"/>
          <c:y val="0.17025444736074657"/>
          <c:w val="0.46836132983377077"/>
          <c:h val="0.78060221638961802"/>
        </c:manualLayout>
      </c:layout>
      <c:doughnutChart>
        <c:varyColors val="1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1-396D-4F3F-8325-2EEAEB16022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3-396D-4F3F-8325-2EEAEB160229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5-396D-4F3F-8325-2EEAEB160229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7-396D-4F3F-8325-2EEAEB160229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9-396D-4F3F-8325-2EEAEB160229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B-396D-4F3F-8325-2EEAEB160229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D-396D-4F3F-8325-2EEAEB160229}"/>
              </c:ext>
            </c:extLst>
          </c:dPt>
          <c:dPt>
            <c:idx val="7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0F-396D-4F3F-8325-2EEAEB160229}"/>
              </c:ext>
            </c:extLst>
          </c:dPt>
          <c:dPt>
            <c:idx val="8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11-396D-4F3F-8325-2EEAEB160229}"/>
              </c:ext>
            </c:extLst>
          </c:dPt>
          <c:dPt>
            <c:idx val="9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13-396D-4F3F-8325-2EEAEB160229}"/>
              </c:ext>
            </c:extLst>
          </c:dPt>
          <c:dPt>
            <c:idx val="10"/>
            <c:bubble3D val="0"/>
            <c:spPr>
              <a:gradFill rotWithShape="1">
                <a:gsLst>
                  <a:gs pos="0">
                    <a:schemeClr val="accent5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15-396D-4F3F-8325-2EEAEB160229}"/>
              </c:ext>
            </c:extLst>
          </c:dPt>
          <c:dPt>
            <c:idx val="11"/>
            <c:bubble3D val="0"/>
            <c:spPr>
              <a:gradFill rotWithShape="1">
                <a:gsLst>
                  <a:gs pos="0">
                    <a:schemeClr val="accent6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17-396D-4F3F-8325-2EEAEB160229}"/>
              </c:ext>
            </c:extLst>
          </c:dPt>
          <c:dPt>
            <c:idx val="12"/>
            <c:bubble3D val="0"/>
            <c:spPr>
              <a:gradFill rotWithShape="1">
                <a:gsLst>
                  <a:gs pos="0">
                    <a:schemeClr val="accent1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19-396D-4F3F-8325-2EEAEB160229}"/>
              </c:ext>
            </c:extLst>
          </c:dPt>
          <c:dPt>
            <c:idx val="13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1B-396D-4F3F-8325-2EEAEB160229}"/>
              </c:ext>
            </c:extLst>
          </c:dPt>
          <c:dPt>
            <c:idx val="14"/>
            <c:bubble3D val="0"/>
            <c:spPr>
              <a:gradFill rotWithShape="1">
                <a:gsLst>
                  <a:gs pos="0">
                    <a:schemeClr val="accent3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1D-396D-4F3F-8325-2EEAEB160229}"/>
              </c:ext>
            </c:extLst>
          </c:dPt>
          <c:dPt>
            <c:idx val="15"/>
            <c:bubble3D val="0"/>
            <c:spPr>
              <a:gradFill rotWithShape="1">
                <a:gsLst>
                  <a:gs pos="0">
                    <a:schemeClr val="accent4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1F-396D-4F3F-8325-2EEAEB160229}"/>
              </c:ext>
            </c:extLst>
          </c:dPt>
          <c:dPt>
            <c:idx val="16"/>
            <c:bubble3D val="0"/>
            <c:spPr>
              <a:gradFill rotWithShape="1">
                <a:gsLst>
                  <a:gs pos="0">
                    <a:schemeClr val="accent5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21-396D-4F3F-8325-2EEAEB160229}"/>
              </c:ext>
            </c:extLst>
          </c:dPt>
          <c:dPt>
            <c:idx val="17"/>
            <c:bubble3D val="0"/>
            <c:spPr>
              <a:gradFill rotWithShape="1">
                <a:gsLst>
                  <a:gs pos="0">
                    <a:schemeClr val="accent6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23-396D-4F3F-8325-2EEAEB160229}"/>
              </c:ext>
            </c:extLst>
          </c:dPt>
          <c:dPt>
            <c:idx val="18"/>
            <c:bubble3D val="0"/>
            <c:spPr>
              <a:gradFill rotWithShape="1">
                <a:gsLst>
                  <a:gs pos="0">
                    <a:schemeClr val="accent1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25-396D-4F3F-8325-2EEAEB160229}"/>
              </c:ext>
            </c:extLst>
          </c:dPt>
          <c:dPt>
            <c:idx val="19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27-396D-4F3F-8325-2EEAEB160229}"/>
              </c:ext>
            </c:extLst>
          </c:dPt>
          <c:dPt>
            <c:idx val="20"/>
            <c:bubble3D val="0"/>
            <c:spPr>
              <a:gradFill rotWithShape="1">
                <a:gsLst>
                  <a:gs pos="0">
                    <a:schemeClr val="accent3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29-396D-4F3F-8325-2EEAEB160229}"/>
              </c:ext>
            </c:extLst>
          </c:dPt>
          <c:dPt>
            <c:idx val="21"/>
            <c:bubble3D val="0"/>
            <c:spPr>
              <a:gradFill rotWithShape="1">
                <a:gsLst>
                  <a:gs pos="0">
                    <a:schemeClr val="accent4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2B-396D-4F3F-8325-2EEAEB160229}"/>
              </c:ext>
            </c:extLst>
          </c:dPt>
          <c:dPt>
            <c:idx val="22"/>
            <c:bubble3D val="0"/>
            <c:spPr>
              <a:gradFill rotWithShape="1">
                <a:gsLst>
                  <a:gs pos="0">
                    <a:schemeClr val="accent5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2D-396D-4F3F-8325-2EEAEB160229}"/>
              </c:ext>
            </c:extLst>
          </c:dPt>
          <c:dPt>
            <c:idx val="23"/>
            <c:bubble3D val="0"/>
            <c:spPr>
              <a:gradFill rotWithShape="1">
                <a:gsLst>
                  <a:gs pos="0">
                    <a:schemeClr val="accent6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2F-396D-4F3F-8325-2EEAEB160229}"/>
              </c:ext>
            </c:extLst>
          </c:dPt>
          <c:dPt>
            <c:idx val="24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lumOff val="4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lumOff val="4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Off val="4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31-396D-4F3F-8325-2EEAEB160229}"/>
              </c:ext>
            </c:extLst>
          </c:dPt>
          <c:dPt>
            <c:idx val="25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lumOff val="4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lumOff val="4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Off val="4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33-396D-4F3F-8325-2EEAEB160229}"/>
              </c:ext>
            </c:extLst>
          </c:dPt>
          <c:dPt>
            <c:idx val="26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lumOff val="4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60000"/>
                      <a:lumOff val="4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60000"/>
                      <a:lumOff val="4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35-396D-4F3F-8325-2EEAEB160229}"/>
              </c:ext>
            </c:extLst>
          </c:dPt>
          <c:dPt>
            <c:idx val="27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lumOff val="4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60000"/>
                      <a:lumOff val="4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60000"/>
                      <a:lumOff val="4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37-396D-4F3F-8325-2EEAEB160229}"/>
              </c:ext>
            </c:extLst>
          </c:dPt>
          <c:dPt>
            <c:idx val="28"/>
            <c:bubble3D val="0"/>
            <c:spPr>
              <a:gradFill rotWithShape="1">
                <a:gsLst>
                  <a:gs pos="0">
                    <a:schemeClr val="accent5">
                      <a:lumMod val="60000"/>
                      <a:lumOff val="4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60000"/>
                      <a:lumOff val="4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60000"/>
                      <a:lumOff val="4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39-396D-4F3F-8325-2EEAEB160229}"/>
              </c:ext>
            </c:extLst>
          </c:dPt>
          <c:dPt>
            <c:idx val="29"/>
            <c:bubble3D val="0"/>
            <c:spPr>
              <a:gradFill rotWithShape="1">
                <a:gsLst>
                  <a:gs pos="0">
                    <a:schemeClr val="accent6">
                      <a:lumMod val="60000"/>
                      <a:lumOff val="4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60000"/>
                      <a:lumOff val="4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60000"/>
                      <a:lumOff val="4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3B-396D-4F3F-8325-2EEAEB160229}"/>
              </c:ext>
            </c:extLst>
          </c:dPt>
          <c:dPt>
            <c:idx val="30"/>
            <c:bubble3D val="0"/>
            <c:spPr>
              <a:gradFill rotWithShape="1">
                <a:gsLst>
                  <a:gs pos="0">
                    <a:schemeClr val="accent1">
                      <a:lumMod val="5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5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5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3D-396D-4F3F-8325-2EEAEB160229}"/>
              </c:ext>
            </c:extLst>
          </c:dPt>
          <c:dPt>
            <c:idx val="31"/>
            <c:bubble3D val="0"/>
            <c:spPr>
              <a:gradFill rotWithShape="1">
                <a:gsLst>
                  <a:gs pos="0">
                    <a:schemeClr val="accent2">
                      <a:lumMod val="5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5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5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3F-396D-4F3F-8325-2EEAEB160229}"/>
              </c:ext>
            </c:extLst>
          </c:dPt>
          <c:dPt>
            <c:idx val="32"/>
            <c:bubble3D val="0"/>
            <c:spPr>
              <a:gradFill rotWithShape="1">
                <a:gsLst>
                  <a:gs pos="0">
                    <a:schemeClr val="accent3">
                      <a:lumMod val="5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5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5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41-396D-4F3F-8325-2EEAEB160229}"/>
              </c:ext>
            </c:extLst>
          </c:dPt>
          <c:dPt>
            <c:idx val="33"/>
            <c:bubble3D val="0"/>
            <c:spPr>
              <a:gradFill rotWithShape="1">
                <a:gsLst>
                  <a:gs pos="0">
                    <a:schemeClr val="accent4">
                      <a:lumMod val="5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5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5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43-396D-4F3F-8325-2EEAEB160229}"/>
              </c:ext>
            </c:extLst>
          </c:dPt>
          <c:dPt>
            <c:idx val="34"/>
            <c:bubble3D val="0"/>
            <c:spPr>
              <a:gradFill rotWithShape="1">
                <a:gsLst>
                  <a:gs pos="0">
                    <a:schemeClr val="accent5">
                      <a:lumMod val="5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5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5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45-396D-4F3F-8325-2EEAEB160229}"/>
              </c:ext>
            </c:extLst>
          </c:dPt>
          <c:dPt>
            <c:idx val="35"/>
            <c:bubble3D val="0"/>
            <c:spPr>
              <a:gradFill rotWithShape="1">
                <a:gsLst>
                  <a:gs pos="0">
                    <a:schemeClr val="accent6">
                      <a:lumMod val="5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5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5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47-396D-4F3F-8325-2EEAEB160229}"/>
              </c:ext>
            </c:extLst>
          </c:dPt>
          <c:dPt>
            <c:idx val="36"/>
            <c:bubble3D val="0"/>
            <c:spPr>
              <a:gradFill rotWithShape="1">
                <a:gsLst>
                  <a:gs pos="0">
                    <a:schemeClr val="accent1">
                      <a:lumMod val="70000"/>
                      <a:lumOff val="3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70000"/>
                      <a:lumOff val="3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70000"/>
                      <a:lumOff val="3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49-396D-4F3F-8325-2EEAEB160229}"/>
              </c:ext>
            </c:extLst>
          </c:dPt>
          <c:dPt>
            <c:idx val="37"/>
            <c:bubble3D val="0"/>
            <c:spPr>
              <a:gradFill rotWithShape="1">
                <a:gsLst>
                  <a:gs pos="0">
                    <a:schemeClr val="accent2">
                      <a:lumMod val="70000"/>
                      <a:lumOff val="3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70000"/>
                      <a:lumOff val="3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70000"/>
                      <a:lumOff val="3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4B-396D-4F3F-8325-2EEAEB160229}"/>
              </c:ext>
            </c:extLst>
          </c:dPt>
          <c:dPt>
            <c:idx val="38"/>
            <c:bubble3D val="0"/>
            <c:spPr>
              <a:gradFill rotWithShape="1">
                <a:gsLst>
                  <a:gs pos="0">
                    <a:schemeClr val="accent3">
                      <a:lumMod val="70000"/>
                      <a:lumOff val="3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70000"/>
                      <a:lumOff val="3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70000"/>
                      <a:lumOff val="3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4D-396D-4F3F-8325-2EEAEB160229}"/>
              </c:ext>
            </c:extLst>
          </c:dPt>
          <c:dPt>
            <c:idx val="39"/>
            <c:bubble3D val="0"/>
            <c:spPr>
              <a:gradFill rotWithShape="1">
                <a:gsLst>
                  <a:gs pos="0">
                    <a:schemeClr val="accent4">
                      <a:lumMod val="70000"/>
                      <a:lumOff val="3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70000"/>
                      <a:lumOff val="3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70000"/>
                      <a:lumOff val="3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4F-396D-4F3F-8325-2EEAEB160229}"/>
              </c:ext>
            </c:extLst>
          </c:dPt>
          <c:dPt>
            <c:idx val="40"/>
            <c:bubble3D val="0"/>
            <c:spPr>
              <a:gradFill rotWithShape="1">
                <a:gsLst>
                  <a:gs pos="0">
                    <a:schemeClr val="accent5">
                      <a:lumMod val="70000"/>
                      <a:lumOff val="3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70000"/>
                      <a:lumOff val="3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70000"/>
                      <a:lumOff val="3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51-396D-4F3F-8325-2EEAEB160229}"/>
              </c:ext>
            </c:extLst>
          </c:dPt>
          <c:dPt>
            <c:idx val="41"/>
            <c:bubble3D val="0"/>
            <c:spPr>
              <a:gradFill rotWithShape="1">
                <a:gsLst>
                  <a:gs pos="0">
                    <a:schemeClr val="accent6">
                      <a:lumMod val="70000"/>
                      <a:lumOff val="3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70000"/>
                      <a:lumOff val="3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70000"/>
                      <a:lumOff val="3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53-396D-4F3F-8325-2EEAEB160229}"/>
              </c:ext>
            </c:extLst>
          </c:dPt>
          <c:dPt>
            <c:idx val="42"/>
            <c:bubble3D val="0"/>
            <c:spPr>
              <a:gradFill rotWithShape="1">
                <a:gsLst>
                  <a:gs pos="0">
                    <a:schemeClr val="accent1">
                      <a:lumMod val="7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7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7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55-396D-4F3F-8325-2EEAEB160229}"/>
              </c:ext>
            </c:extLst>
          </c:dPt>
          <c:dPt>
            <c:idx val="43"/>
            <c:bubble3D val="0"/>
            <c:spPr>
              <a:gradFill rotWithShape="1">
                <a:gsLst>
                  <a:gs pos="0">
                    <a:schemeClr val="accent2">
                      <a:lumMod val="7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7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7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57-396D-4F3F-8325-2EEAEB160229}"/>
              </c:ext>
            </c:extLst>
          </c:dPt>
          <c:dPt>
            <c:idx val="44"/>
            <c:bubble3D val="0"/>
            <c:spPr>
              <a:gradFill rotWithShape="1">
                <a:gsLst>
                  <a:gs pos="0">
                    <a:schemeClr val="accent3">
                      <a:lumMod val="7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7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7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59-396D-4F3F-8325-2EEAEB160229}"/>
              </c:ext>
            </c:extLst>
          </c:dPt>
          <c:dPt>
            <c:idx val="45"/>
            <c:bubble3D val="0"/>
            <c:spPr>
              <a:gradFill rotWithShape="1">
                <a:gsLst>
                  <a:gs pos="0">
                    <a:schemeClr val="accent4">
                      <a:lumMod val="7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7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7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5B-396D-4F3F-8325-2EEAEB160229}"/>
              </c:ext>
            </c:extLst>
          </c:dPt>
          <c:dPt>
            <c:idx val="46"/>
            <c:bubble3D val="0"/>
            <c:spPr>
              <a:gradFill rotWithShape="1">
                <a:gsLst>
                  <a:gs pos="0">
                    <a:schemeClr val="accent5">
                      <a:lumMod val="7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7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7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5D-396D-4F3F-8325-2EEAEB160229}"/>
              </c:ext>
            </c:extLst>
          </c:dPt>
          <c:dPt>
            <c:idx val="47"/>
            <c:bubble3D val="0"/>
            <c:spPr>
              <a:gradFill rotWithShape="1">
                <a:gsLst>
                  <a:gs pos="0">
                    <a:schemeClr val="accent6">
                      <a:lumMod val="7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7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7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 prstMaterial="plastic">
                <a:bevelT w="0" h="0"/>
              </a:sp3d>
            </c:spPr>
            <c:extLst>
              <c:ext xmlns:c16="http://schemas.microsoft.com/office/drawing/2014/chart" uri="{C3380CC4-5D6E-409C-BE32-E72D297353CC}">
                <c16:uniqueId val="{0000005F-396D-4F3F-8325-2EEAEB16022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Sheet2!$A$4:$A$51</c:f>
              <c:strCache>
                <c:ptCount val="48"/>
                <c:pt idx="0">
                  <c:v>O0003</c:v>
                </c:pt>
                <c:pt idx="1">
                  <c:v>O0007</c:v>
                </c:pt>
                <c:pt idx="2">
                  <c:v>O0022</c:v>
                </c:pt>
                <c:pt idx="3">
                  <c:v>O0038</c:v>
                </c:pt>
                <c:pt idx="4">
                  <c:v>O0039</c:v>
                </c:pt>
                <c:pt idx="5">
                  <c:v>O0070</c:v>
                </c:pt>
                <c:pt idx="6">
                  <c:v>O0072</c:v>
                </c:pt>
                <c:pt idx="7">
                  <c:v>O0076</c:v>
                </c:pt>
                <c:pt idx="8">
                  <c:v>O0084</c:v>
                </c:pt>
                <c:pt idx="9">
                  <c:v>O0093</c:v>
                </c:pt>
                <c:pt idx="10">
                  <c:v>O0094</c:v>
                </c:pt>
                <c:pt idx="11">
                  <c:v>O0095</c:v>
                </c:pt>
                <c:pt idx="12">
                  <c:v>O0098</c:v>
                </c:pt>
                <c:pt idx="13">
                  <c:v>O0103</c:v>
                </c:pt>
                <c:pt idx="14">
                  <c:v>O0104</c:v>
                </c:pt>
                <c:pt idx="15">
                  <c:v>O0107</c:v>
                </c:pt>
                <c:pt idx="16">
                  <c:v>O0117</c:v>
                </c:pt>
                <c:pt idx="17">
                  <c:v>O0133</c:v>
                </c:pt>
                <c:pt idx="18">
                  <c:v>O0142</c:v>
                </c:pt>
                <c:pt idx="19">
                  <c:v>O0143</c:v>
                </c:pt>
                <c:pt idx="20">
                  <c:v>O0148</c:v>
                </c:pt>
                <c:pt idx="21">
                  <c:v>O0149</c:v>
                </c:pt>
                <c:pt idx="22">
                  <c:v>O0153</c:v>
                </c:pt>
                <c:pt idx="23">
                  <c:v>O0156</c:v>
                </c:pt>
                <c:pt idx="24">
                  <c:v>O0161</c:v>
                </c:pt>
                <c:pt idx="25">
                  <c:v>O0164</c:v>
                </c:pt>
                <c:pt idx="26">
                  <c:v>O0165</c:v>
                </c:pt>
                <c:pt idx="27">
                  <c:v>O0167</c:v>
                </c:pt>
                <c:pt idx="28">
                  <c:v>O0170</c:v>
                </c:pt>
                <c:pt idx="29">
                  <c:v>O0173</c:v>
                </c:pt>
                <c:pt idx="30">
                  <c:v>O0181</c:v>
                </c:pt>
                <c:pt idx="31">
                  <c:v>O0191</c:v>
                </c:pt>
                <c:pt idx="32">
                  <c:v>O0195</c:v>
                </c:pt>
                <c:pt idx="33">
                  <c:v>O0196</c:v>
                </c:pt>
                <c:pt idx="34">
                  <c:v>O0197</c:v>
                </c:pt>
                <c:pt idx="35">
                  <c:v>O0203</c:v>
                </c:pt>
                <c:pt idx="36">
                  <c:v>O0212</c:v>
                </c:pt>
                <c:pt idx="37">
                  <c:v>O0214</c:v>
                </c:pt>
                <c:pt idx="38">
                  <c:v>O0223</c:v>
                </c:pt>
                <c:pt idx="39">
                  <c:v>O0233</c:v>
                </c:pt>
                <c:pt idx="40">
                  <c:v>O0235</c:v>
                </c:pt>
                <c:pt idx="41">
                  <c:v>O0241</c:v>
                </c:pt>
                <c:pt idx="42">
                  <c:v>O0245</c:v>
                </c:pt>
                <c:pt idx="43">
                  <c:v>O0252</c:v>
                </c:pt>
                <c:pt idx="44">
                  <c:v>O0256</c:v>
                </c:pt>
                <c:pt idx="45">
                  <c:v>O0262</c:v>
                </c:pt>
                <c:pt idx="46">
                  <c:v>O0271</c:v>
                </c:pt>
                <c:pt idx="47">
                  <c:v>O0274</c:v>
                </c:pt>
              </c:strCache>
            </c:strRef>
          </c:cat>
          <c:val>
            <c:numRef>
              <c:f>Sheet2!$B$4:$B$51</c:f>
              <c:numCache>
                <c:formatCode>General</c:formatCode>
                <c:ptCount val="48"/>
                <c:pt idx="0">
                  <c:v>138.5</c:v>
                </c:pt>
                <c:pt idx="1">
                  <c:v>121.8</c:v>
                </c:pt>
                <c:pt idx="2">
                  <c:v>150</c:v>
                </c:pt>
                <c:pt idx="3">
                  <c:v>206.4</c:v>
                </c:pt>
                <c:pt idx="4">
                  <c:v>232.6</c:v>
                </c:pt>
                <c:pt idx="5">
                  <c:v>122.2</c:v>
                </c:pt>
                <c:pt idx="6">
                  <c:v>151.6</c:v>
                </c:pt>
                <c:pt idx="7">
                  <c:v>193.7</c:v>
                </c:pt>
                <c:pt idx="8">
                  <c:v>205.7</c:v>
                </c:pt>
                <c:pt idx="9">
                  <c:v>238.6</c:v>
                </c:pt>
                <c:pt idx="10">
                  <c:v>230.1</c:v>
                </c:pt>
                <c:pt idx="11">
                  <c:v>220.8</c:v>
                </c:pt>
                <c:pt idx="12">
                  <c:v>141.5</c:v>
                </c:pt>
                <c:pt idx="13">
                  <c:v>399.6</c:v>
                </c:pt>
                <c:pt idx="14">
                  <c:v>163.19999999999999</c:v>
                </c:pt>
                <c:pt idx="15">
                  <c:v>138.69999999999999</c:v>
                </c:pt>
                <c:pt idx="16">
                  <c:v>172.8</c:v>
                </c:pt>
                <c:pt idx="17">
                  <c:v>238.6</c:v>
                </c:pt>
                <c:pt idx="18">
                  <c:v>197.6</c:v>
                </c:pt>
                <c:pt idx="19">
                  <c:v>232.3</c:v>
                </c:pt>
                <c:pt idx="20">
                  <c:v>138.4</c:v>
                </c:pt>
                <c:pt idx="21">
                  <c:v>223</c:v>
                </c:pt>
                <c:pt idx="22">
                  <c:v>389.9</c:v>
                </c:pt>
                <c:pt idx="23">
                  <c:v>183.4</c:v>
                </c:pt>
                <c:pt idx="24">
                  <c:v>129</c:v>
                </c:pt>
                <c:pt idx="25">
                  <c:v>158.19999999999999</c:v>
                </c:pt>
                <c:pt idx="26">
                  <c:v>153.69999999999999</c:v>
                </c:pt>
                <c:pt idx="27">
                  <c:v>129.19999999999999</c:v>
                </c:pt>
                <c:pt idx="28">
                  <c:v>151.69999999999999</c:v>
                </c:pt>
                <c:pt idx="29">
                  <c:v>170.8</c:v>
                </c:pt>
                <c:pt idx="30">
                  <c:v>416.5</c:v>
                </c:pt>
                <c:pt idx="31">
                  <c:v>185.5</c:v>
                </c:pt>
                <c:pt idx="32">
                  <c:v>152.30000000000001</c:v>
                </c:pt>
                <c:pt idx="33">
                  <c:v>212.8</c:v>
                </c:pt>
                <c:pt idx="34">
                  <c:v>418</c:v>
                </c:pt>
                <c:pt idx="35">
                  <c:v>218</c:v>
                </c:pt>
                <c:pt idx="36">
                  <c:v>150.19999999999999</c:v>
                </c:pt>
                <c:pt idx="37">
                  <c:v>213.1</c:v>
                </c:pt>
                <c:pt idx="38">
                  <c:v>209.8</c:v>
                </c:pt>
                <c:pt idx="39">
                  <c:v>180.6</c:v>
                </c:pt>
                <c:pt idx="40">
                  <c:v>172.5</c:v>
                </c:pt>
                <c:pt idx="41">
                  <c:v>226.1</c:v>
                </c:pt>
                <c:pt idx="42">
                  <c:v>210.9</c:v>
                </c:pt>
                <c:pt idx="43">
                  <c:v>211.6</c:v>
                </c:pt>
                <c:pt idx="44">
                  <c:v>165.7</c:v>
                </c:pt>
                <c:pt idx="45">
                  <c:v>189.2</c:v>
                </c:pt>
                <c:pt idx="46">
                  <c:v>160</c:v>
                </c:pt>
                <c:pt idx="47">
                  <c:v>152.1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60-396D-4F3F-8325-2EEAEB16022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6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800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900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1BB02E-D570-47C5-BD6F-966E3AC20E0B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8188" y="1143000"/>
            <a:ext cx="5381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029FB-AFAA-494E-A2EA-F5F97F5FD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63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924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1pPr>
    <a:lvl2pPr marL="505462" algn="l" defTabSz="1010924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2pPr>
    <a:lvl3pPr marL="1010924" algn="l" defTabSz="1010924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3pPr>
    <a:lvl4pPr marL="1516386" algn="l" defTabSz="1010924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4pPr>
    <a:lvl5pPr marL="2021848" algn="l" defTabSz="1010924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5pPr>
    <a:lvl6pPr marL="2527310" algn="l" defTabSz="1010924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6pPr>
    <a:lvl7pPr marL="3032772" algn="l" defTabSz="1010924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7pPr>
    <a:lvl8pPr marL="3538234" algn="l" defTabSz="1010924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8pPr>
    <a:lvl9pPr marL="4043696" algn="l" defTabSz="1010924" rtl="0" eaLnBrk="1" latinLnBrk="0" hangingPunct="1">
      <a:defRPr sz="132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8188" y="1143000"/>
            <a:ext cx="5381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029FB-AFAA-494E-A2EA-F5F97F5FD6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63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8188" y="1143000"/>
            <a:ext cx="53816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A029FB-AFAA-494E-A2EA-F5F97F5FD6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379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610"/>
            <a:ext cx="14995525" cy="8605336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3614" y="3013460"/>
            <a:ext cx="9552927" cy="2063213"/>
          </a:xfrm>
        </p:spPr>
        <p:txBody>
          <a:bodyPr anchor="b">
            <a:noAutofit/>
          </a:bodyPr>
          <a:lstStyle>
            <a:lvl1pPr algn="r">
              <a:defRPr sz="664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3614" y="5076669"/>
            <a:ext cx="9552927" cy="13746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623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4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6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49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1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38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6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4984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021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2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1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087" y="3384837"/>
            <a:ext cx="10573454" cy="2289146"/>
          </a:xfrm>
        </p:spPr>
        <p:txBody>
          <a:bodyPr anchor="b"/>
          <a:lstStyle>
            <a:lvl1pPr algn="l">
              <a:defRPr sz="492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087" y="5673982"/>
            <a:ext cx="10573454" cy="1078288"/>
          </a:xfrm>
        </p:spPr>
        <p:txBody>
          <a:bodyPr anchor="t"/>
          <a:lstStyle>
            <a:lvl1pPr marL="0" indent="0" algn="l">
              <a:buNone/>
              <a:defRPr sz="24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62310" indent="0">
              <a:buNone/>
              <a:defRPr sz="2214">
                <a:solidFill>
                  <a:schemeClr val="tx1">
                    <a:tint val="75000"/>
                  </a:schemeClr>
                </a:solidFill>
              </a:defRPr>
            </a:lvl2pPr>
            <a:lvl3pPr marL="1124621" indent="0">
              <a:buNone/>
              <a:defRPr sz="1968">
                <a:solidFill>
                  <a:schemeClr val="tx1">
                    <a:tint val="75000"/>
                  </a:schemeClr>
                </a:solidFill>
              </a:defRPr>
            </a:lvl3pPr>
            <a:lvl4pPr marL="168693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4pPr>
            <a:lvl5pPr marL="224924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5pPr>
            <a:lvl6pPr marL="281155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6pPr>
            <a:lvl7pPr marL="337386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7pPr>
            <a:lvl8pPr marL="393617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8pPr>
            <a:lvl9pPr marL="449848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11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3086" y="2707738"/>
            <a:ext cx="5146145" cy="48635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0398" y="2707739"/>
            <a:ext cx="5146144" cy="48635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2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132" y="2708232"/>
            <a:ext cx="5148098" cy="722195"/>
          </a:xfrm>
        </p:spPr>
        <p:txBody>
          <a:bodyPr anchor="b">
            <a:noAutofit/>
          </a:bodyPr>
          <a:lstStyle>
            <a:lvl1pPr marL="0" indent="0">
              <a:buNone/>
              <a:defRPr sz="2952" b="0"/>
            </a:lvl1pPr>
            <a:lvl2pPr marL="562310" indent="0">
              <a:buNone/>
              <a:defRPr sz="2460" b="1"/>
            </a:lvl2pPr>
            <a:lvl3pPr marL="1124621" indent="0">
              <a:buNone/>
              <a:defRPr sz="2214" b="1"/>
            </a:lvl3pPr>
            <a:lvl4pPr marL="1686931" indent="0">
              <a:buNone/>
              <a:defRPr sz="1968" b="1"/>
            </a:lvl4pPr>
            <a:lvl5pPr marL="2249241" indent="0">
              <a:buNone/>
              <a:defRPr sz="1968" b="1"/>
            </a:lvl5pPr>
            <a:lvl6pPr marL="2811551" indent="0">
              <a:buNone/>
              <a:defRPr sz="1968" b="1"/>
            </a:lvl6pPr>
            <a:lvl7pPr marL="3373862" indent="0">
              <a:buNone/>
              <a:defRPr sz="1968" b="1"/>
            </a:lvl7pPr>
            <a:lvl8pPr marL="3936172" indent="0">
              <a:buNone/>
              <a:defRPr sz="1968" b="1"/>
            </a:lvl8pPr>
            <a:lvl9pPr marL="4498482" indent="0">
              <a:buNone/>
              <a:defRPr sz="19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132" y="3430428"/>
            <a:ext cx="5148098" cy="41408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8446" y="2708232"/>
            <a:ext cx="5148092" cy="722195"/>
          </a:xfrm>
        </p:spPr>
        <p:txBody>
          <a:bodyPr anchor="b">
            <a:noAutofit/>
          </a:bodyPr>
          <a:lstStyle>
            <a:lvl1pPr marL="0" indent="0">
              <a:buNone/>
              <a:defRPr sz="2952" b="0"/>
            </a:lvl1pPr>
            <a:lvl2pPr marL="562310" indent="0">
              <a:buNone/>
              <a:defRPr sz="2460" b="1"/>
            </a:lvl2pPr>
            <a:lvl3pPr marL="1124621" indent="0">
              <a:buNone/>
              <a:defRPr sz="2214" b="1"/>
            </a:lvl3pPr>
            <a:lvl4pPr marL="1686931" indent="0">
              <a:buNone/>
              <a:defRPr sz="1968" b="1"/>
            </a:lvl4pPr>
            <a:lvl5pPr marL="2249241" indent="0">
              <a:buNone/>
              <a:defRPr sz="1968" b="1"/>
            </a:lvl5pPr>
            <a:lvl6pPr marL="2811551" indent="0">
              <a:buNone/>
              <a:defRPr sz="1968" b="1"/>
            </a:lvl6pPr>
            <a:lvl7pPr marL="3373862" indent="0">
              <a:buNone/>
              <a:defRPr sz="1968" b="1"/>
            </a:lvl7pPr>
            <a:lvl8pPr marL="3936172" indent="0">
              <a:buNone/>
              <a:defRPr sz="1968" b="1"/>
            </a:lvl8pPr>
            <a:lvl9pPr marL="4498482" indent="0">
              <a:buNone/>
              <a:defRPr sz="19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8448" y="3430428"/>
            <a:ext cx="5148091" cy="41408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3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085" y="763976"/>
            <a:ext cx="10573454" cy="16552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456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3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085" y="1878111"/>
            <a:ext cx="4740869" cy="1602226"/>
          </a:xfrm>
        </p:spPr>
        <p:txBody>
          <a:bodyPr anchor="b">
            <a:normAutofit/>
          </a:bodyPr>
          <a:lstStyle>
            <a:lvl1pPr>
              <a:defRPr sz="24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5120" y="645324"/>
            <a:ext cx="5551420" cy="69259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085" y="3480337"/>
            <a:ext cx="4740869" cy="3238937"/>
          </a:xfrm>
        </p:spPr>
        <p:txBody>
          <a:bodyPr>
            <a:normAutofit/>
          </a:bodyPr>
          <a:lstStyle>
            <a:lvl1pPr marL="0" indent="0">
              <a:buNone/>
              <a:defRPr sz="1722"/>
            </a:lvl1pPr>
            <a:lvl2pPr marL="562142" indent="0">
              <a:buNone/>
              <a:defRPr sz="1722"/>
            </a:lvl2pPr>
            <a:lvl3pPr marL="1124284" indent="0">
              <a:buNone/>
              <a:defRPr sz="1476"/>
            </a:lvl3pPr>
            <a:lvl4pPr marL="1686425" indent="0">
              <a:buNone/>
              <a:defRPr sz="1230"/>
            </a:lvl4pPr>
            <a:lvl5pPr marL="2248566" indent="0">
              <a:buNone/>
              <a:defRPr sz="1230"/>
            </a:lvl5pPr>
            <a:lvl6pPr marL="2810708" indent="0">
              <a:buNone/>
              <a:defRPr sz="1230"/>
            </a:lvl6pPr>
            <a:lvl7pPr marL="3372849" indent="0">
              <a:buNone/>
              <a:defRPr sz="1230"/>
            </a:lvl7pPr>
            <a:lvl8pPr marL="3934991" indent="0">
              <a:buNone/>
              <a:defRPr sz="1230"/>
            </a:lvl8pPr>
            <a:lvl9pPr marL="4497133" indent="0">
              <a:buNone/>
              <a:defRPr sz="12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2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086" y="6016308"/>
            <a:ext cx="10573453" cy="710259"/>
          </a:xfrm>
        </p:spPr>
        <p:txBody>
          <a:bodyPr anchor="b">
            <a:normAutofit/>
          </a:bodyPr>
          <a:lstStyle>
            <a:lvl1pPr algn="l">
              <a:defRPr sz="2952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3085" y="763976"/>
            <a:ext cx="10573454" cy="4819610"/>
          </a:xfrm>
        </p:spPr>
        <p:txBody>
          <a:bodyPr anchor="t">
            <a:normAutofit/>
          </a:bodyPr>
          <a:lstStyle>
            <a:lvl1pPr marL="0" indent="0" algn="ctr">
              <a:buNone/>
              <a:defRPr sz="1968"/>
            </a:lvl1pPr>
            <a:lvl2pPr marL="562310" indent="0">
              <a:buNone/>
              <a:defRPr sz="1968"/>
            </a:lvl2pPr>
            <a:lvl3pPr marL="1124621" indent="0">
              <a:buNone/>
              <a:defRPr sz="1968"/>
            </a:lvl3pPr>
            <a:lvl4pPr marL="1686931" indent="0">
              <a:buNone/>
              <a:defRPr sz="1968"/>
            </a:lvl4pPr>
            <a:lvl5pPr marL="2249241" indent="0">
              <a:buNone/>
              <a:defRPr sz="1968"/>
            </a:lvl5pPr>
            <a:lvl6pPr marL="2811551" indent="0">
              <a:buNone/>
              <a:defRPr sz="1968"/>
            </a:lvl6pPr>
            <a:lvl7pPr marL="3373862" indent="0">
              <a:buNone/>
              <a:defRPr sz="1968"/>
            </a:lvl7pPr>
            <a:lvl8pPr marL="3936172" indent="0">
              <a:buNone/>
              <a:defRPr sz="1968"/>
            </a:lvl8pPr>
            <a:lvl9pPr marL="4498482" indent="0">
              <a:buNone/>
              <a:defRPr sz="196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086" y="6726567"/>
            <a:ext cx="10573453" cy="844714"/>
          </a:xfrm>
        </p:spPr>
        <p:txBody>
          <a:bodyPr>
            <a:normAutofit/>
          </a:bodyPr>
          <a:lstStyle>
            <a:lvl1pPr marL="0" indent="0">
              <a:buNone/>
              <a:defRPr sz="1476"/>
            </a:lvl1pPr>
            <a:lvl2pPr marL="562310" indent="0">
              <a:buNone/>
              <a:defRPr sz="1476"/>
            </a:lvl2pPr>
            <a:lvl3pPr marL="1124621" indent="0">
              <a:buNone/>
              <a:defRPr sz="1230"/>
            </a:lvl3pPr>
            <a:lvl4pPr marL="1686931" indent="0">
              <a:buNone/>
              <a:defRPr sz="1107"/>
            </a:lvl4pPr>
            <a:lvl5pPr marL="2249241" indent="0">
              <a:buNone/>
              <a:defRPr sz="1107"/>
            </a:lvl5pPr>
            <a:lvl6pPr marL="2811551" indent="0">
              <a:buNone/>
              <a:defRPr sz="1107"/>
            </a:lvl6pPr>
            <a:lvl7pPr marL="3373862" indent="0">
              <a:buNone/>
              <a:defRPr sz="1107"/>
            </a:lvl7pPr>
            <a:lvl8pPr marL="3936172" indent="0">
              <a:buNone/>
              <a:defRPr sz="1107"/>
            </a:lvl8pPr>
            <a:lvl9pPr marL="4498482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14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087" y="763976"/>
            <a:ext cx="10573454" cy="4265530"/>
          </a:xfrm>
        </p:spPr>
        <p:txBody>
          <a:bodyPr anchor="ctr">
            <a:normAutofit/>
          </a:bodyPr>
          <a:lstStyle>
            <a:lvl1pPr algn="l">
              <a:defRPr sz="541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087" y="5602487"/>
            <a:ext cx="10573454" cy="1968794"/>
          </a:xfrm>
        </p:spPr>
        <p:txBody>
          <a:bodyPr anchor="ctr">
            <a:normAutofit/>
          </a:bodyPr>
          <a:lstStyle>
            <a:lvl1pPr marL="0" indent="0" algn="l">
              <a:buNone/>
              <a:defRPr sz="221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62310" indent="0">
              <a:buNone/>
              <a:defRPr sz="2214">
                <a:solidFill>
                  <a:schemeClr val="tx1">
                    <a:tint val="75000"/>
                  </a:schemeClr>
                </a:solidFill>
              </a:defRPr>
            </a:lvl2pPr>
            <a:lvl3pPr marL="1124621" indent="0">
              <a:buNone/>
              <a:defRPr sz="1968">
                <a:solidFill>
                  <a:schemeClr val="tx1">
                    <a:tint val="75000"/>
                  </a:schemeClr>
                </a:solidFill>
              </a:defRPr>
            </a:lvl3pPr>
            <a:lvl4pPr marL="168693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4pPr>
            <a:lvl5pPr marL="224924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5pPr>
            <a:lvl6pPr marL="281155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6pPr>
            <a:lvl7pPr marL="337386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7pPr>
            <a:lvl8pPr marL="393617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8pPr>
            <a:lvl9pPr marL="449848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32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5492" y="763976"/>
            <a:ext cx="9955363" cy="3788045"/>
          </a:xfrm>
        </p:spPr>
        <p:txBody>
          <a:bodyPr anchor="ctr">
            <a:normAutofit/>
          </a:bodyPr>
          <a:lstStyle>
            <a:lvl1pPr algn="l">
              <a:defRPr sz="541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80280" y="4552021"/>
            <a:ext cx="8885788" cy="477485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6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62310" indent="0">
              <a:buFontTx/>
              <a:buNone/>
              <a:defRPr/>
            </a:lvl2pPr>
            <a:lvl3pPr marL="1124621" indent="0">
              <a:buFontTx/>
              <a:buNone/>
              <a:defRPr/>
            </a:lvl3pPr>
            <a:lvl4pPr marL="1686931" indent="0">
              <a:buFontTx/>
              <a:buNone/>
              <a:defRPr/>
            </a:lvl4pPr>
            <a:lvl5pPr marL="224924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087" y="5602487"/>
            <a:ext cx="10573454" cy="1968794"/>
          </a:xfrm>
        </p:spPr>
        <p:txBody>
          <a:bodyPr anchor="ctr">
            <a:normAutofit/>
          </a:bodyPr>
          <a:lstStyle>
            <a:lvl1pPr marL="0" indent="0" algn="l">
              <a:buNone/>
              <a:defRPr sz="221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62310" indent="0">
              <a:buNone/>
              <a:defRPr sz="2214">
                <a:solidFill>
                  <a:schemeClr val="tx1">
                    <a:tint val="75000"/>
                  </a:schemeClr>
                </a:solidFill>
              </a:defRPr>
            </a:lvl2pPr>
            <a:lvl3pPr marL="1124621" indent="0">
              <a:buNone/>
              <a:defRPr sz="1968">
                <a:solidFill>
                  <a:schemeClr val="tx1">
                    <a:tint val="75000"/>
                  </a:schemeClr>
                </a:solidFill>
              </a:defRPr>
            </a:lvl3pPr>
            <a:lvl4pPr marL="168693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4pPr>
            <a:lvl5pPr marL="224924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5pPr>
            <a:lvl6pPr marL="281155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6pPr>
            <a:lvl7pPr marL="337386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7pPr>
            <a:lvl8pPr marL="393617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8pPr>
            <a:lvl9pPr marL="449848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66472" y="990534"/>
            <a:ext cx="749776" cy="732865"/>
          </a:xfrm>
          <a:prstGeom prst="rect">
            <a:avLst/>
          </a:prstGeom>
        </p:spPr>
        <p:txBody>
          <a:bodyPr vert="horz" lIns="112466" tIns="56233" rIns="112466" bIns="56233" rtlCol="0" anchor="ctr">
            <a:noAutofit/>
          </a:bodyPr>
          <a:lstStyle/>
          <a:p>
            <a:pPr lvl="0"/>
            <a:r>
              <a:rPr lang="en-US" sz="9839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37940" y="3617550"/>
            <a:ext cx="749776" cy="732865"/>
          </a:xfrm>
          <a:prstGeom prst="rect">
            <a:avLst/>
          </a:prstGeom>
        </p:spPr>
        <p:txBody>
          <a:bodyPr vert="horz" lIns="112466" tIns="56233" rIns="112466" bIns="56233" rtlCol="0" anchor="ctr">
            <a:noAutofit/>
          </a:bodyPr>
          <a:lstStyle/>
          <a:p>
            <a:pPr lvl="0"/>
            <a:r>
              <a:rPr lang="en-US" sz="9839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039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522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087" y="2421246"/>
            <a:ext cx="10573454" cy="3252736"/>
          </a:xfrm>
        </p:spPr>
        <p:txBody>
          <a:bodyPr anchor="b">
            <a:normAutofit/>
          </a:bodyPr>
          <a:lstStyle>
            <a:lvl1pPr algn="l">
              <a:defRPr sz="541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087" y="5673982"/>
            <a:ext cx="10573454" cy="1897299"/>
          </a:xfrm>
        </p:spPr>
        <p:txBody>
          <a:bodyPr anchor="t">
            <a:normAutofit/>
          </a:bodyPr>
          <a:lstStyle>
            <a:lvl1pPr marL="0" indent="0" algn="l">
              <a:buNone/>
              <a:defRPr sz="221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62310" indent="0">
              <a:buNone/>
              <a:defRPr sz="2214">
                <a:solidFill>
                  <a:schemeClr val="tx1">
                    <a:tint val="75000"/>
                  </a:schemeClr>
                </a:solidFill>
              </a:defRPr>
            </a:lvl2pPr>
            <a:lvl3pPr marL="1124621" indent="0">
              <a:buNone/>
              <a:defRPr sz="1968">
                <a:solidFill>
                  <a:schemeClr val="tx1">
                    <a:tint val="75000"/>
                  </a:schemeClr>
                </a:solidFill>
              </a:defRPr>
            </a:lvl3pPr>
            <a:lvl4pPr marL="168693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4pPr>
            <a:lvl5pPr marL="224924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5pPr>
            <a:lvl6pPr marL="281155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6pPr>
            <a:lvl7pPr marL="337386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7pPr>
            <a:lvl8pPr marL="393617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8pPr>
            <a:lvl9pPr marL="449848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71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5492" y="763976"/>
            <a:ext cx="9955363" cy="3788045"/>
          </a:xfrm>
        </p:spPr>
        <p:txBody>
          <a:bodyPr anchor="ctr">
            <a:normAutofit/>
          </a:bodyPr>
          <a:lstStyle>
            <a:lvl1pPr algn="l">
              <a:defRPr sz="541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33084" y="5029506"/>
            <a:ext cx="10573455" cy="64447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952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62310" indent="0">
              <a:buFontTx/>
              <a:buNone/>
              <a:defRPr/>
            </a:lvl2pPr>
            <a:lvl3pPr marL="1124621" indent="0">
              <a:buFontTx/>
              <a:buNone/>
              <a:defRPr/>
            </a:lvl3pPr>
            <a:lvl4pPr marL="1686931" indent="0">
              <a:buFontTx/>
              <a:buNone/>
              <a:defRPr/>
            </a:lvl4pPr>
            <a:lvl5pPr marL="224924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087" y="5673982"/>
            <a:ext cx="10573454" cy="1897299"/>
          </a:xfrm>
        </p:spPr>
        <p:txBody>
          <a:bodyPr anchor="t">
            <a:normAutofit/>
          </a:bodyPr>
          <a:lstStyle>
            <a:lvl1pPr marL="0" indent="0" algn="l">
              <a:buNone/>
              <a:defRPr sz="221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62310" indent="0">
              <a:buNone/>
              <a:defRPr sz="2214">
                <a:solidFill>
                  <a:schemeClr val="tx1">
                    <a:tint val="75000"/>
                  </a:schemeClr>
                </a:solidFill>
              </a:defRPr>
            </a:lvl2pPr>
            <a:lvl3pPr marL="1124621" indent="0">
              <a:buNone/>
              <a:defRPr sz="1968">
                <a:solidFill>
                  <a:schemeClr val="tx1">
                    <a:tint val="75000"/>
                  </a:schemeClr>
                </a:solidFill>
              </a:defRPr>
            </a:lvl3pPr>
            <a:lvl4pPr marL="168693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4pPr>
            <a:lvl5pPr marL="224924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5pPr>
            <a:lvl6pPr marL="281155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6pPr>
            <a:lvl7pPr marL="337386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7pPr>
            <a:lvl8pPr marL="393617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8pPr>
            <a:lvl9pPr marL="449848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666472" y="990534"/>
            <a:ext cx="749776" cy="732865"/>
          </a:xfrm>
          <a:prstGeom prst="rect">
            <a:avLst/>
          </a:prstGeom>
        </p:spPr>
        <p:txBody>
          <a:bodyPr vert="horz" lIns="112466" tIns="56233" rIns="112466" bIns="56233" rtlCol="0" anchor="ctr">
            <a:noAutofit/>
          </a:bodyPr>
          <a:lstStyle/>
          <a:p>
            <a:pPr lvl="0"/>
            <a:r>
              <a:rPr lang="en-US" sz="9839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37940" y="3617550"/>
            <a:ext cx="749776" cy="732865"/>
          </a:xfrm>
          <a:prstGeom prst="rect">
            <a:avLst/>
          </a:prstGeom>
        </p:spPr>
        <p:txBody>
          <a:bodyPr vert="horz" lIns="112466" tIns="56233" rIns="112466" bIns="56233" rtlCol="0" anchor="ctr">
            <a:noAutofit/>
          </a:bodyPr>
          <a:lstStyle/>
          <a:p>
            <a:pPr lvl="0"/>
            <a:r>
              <a:rPr lang="en-US" sz="9839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84450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498" y="763976"/>
            <a:ext cx="10563042" cy="3788045"/>
          </a:xfrm>
        </p:spPr>
        <p:txBody>
          <a:bodyPr anchor="ctr">
            <a:normAutofit/>
          </a:bodyPr>
          <a:lstStyle>
            <a:lvl1pPr algn="l">
              <a:defRPr sz="5412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33084" y="5029506"/>
            <a:ext cx="10573455" cy="64447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952">
                <a:solidFill>
                  <a:schemeClr val="accent1"/>
                </a:solidFill>
              </a:defRPr>
            </a:lvl1pPr>
            <a:lvl2pPr marL="562310" indent="0">
              <a:buFontTx/>
              <a:buNone/>
              <a:defRPr/>
            </a:lvl2pPr>
            <a:lvl3pPr marL="1124621" indent="0">
              <a:buFontTx/>
              <a:buNone/>
              <a:defRPr/>
            </a:lvl3pPr>
            <a:lvl4pPr marL="1686931" indent="0">
              <a:buFontTx/>
              <a:buNone/>
              <a:defRPr/>
            </a:lvl4pPr>
            <a:lvl5pPr marL="224924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087" y="5673982"/>
            <a:ext cx="10573454" cy="1897299"/>
          </a:xfrm>
        </p:spPr>
        <p:txBody>
          <a:bodyPr anchor="t">
            <a:normAutofit/>
          </a:bodyPr>
          <a:lstStyle>
            <a:lvl1pPr marL="0" indent="0" algn="l">
              <a:buNone/>
              <a:defRPr sz="221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62310" indent="0">
              <a:buNone/>
              <a:defRPr sz="2214">
                <a:solidFill>
                  <a:schemeClr val="tx1">
                    <a:tint val="75000"/>
                  </a:schemeClr>
                </a:solidFill>
              </a:defRPr>
            </a:lvl2pPr>
            <a:lvl3pPr marL="1124621" indent="0">
              <a:buNone/>
              <a:defRPr sz="1968">
                <a:solidFill>
                  <a:schemeClr val="tx1">
                    <a:tint val="75000"/>
                  </a:schemeClr>
                </a:solidFill>
              </a:defRPr>
            </a:lvl3pPr>
            <a:lvl4pPr marL="168693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4pPr>
            <a:lvl5pPr marL="224924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5pPr>
            <a:lvl6pPr marL="2811551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6pPr>
            <a:lvl7pPr marL="337386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7pPr>
            <a:lvl8pPr marL="393617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8pPr>
            <a:lvl9pPr marL="4498482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85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12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99823" y="763975"/>
            <a:ext cx="1604766" cy="658133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3087" y="763976"/>
            <a:ext cx="8683617" cy="65813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006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alphaModFix amt="19000"/>
            <a:lum/>
          </a:blip>
          <a:srcRect/>
          <a:stretch>
            <a:fillRect l="1000" t="2000" r="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610"/>
            <a:ext cx="14995525" cy="8605336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3085" y="763976"/>
            <a:ext cx="10573454" cy="1655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085" y="2707739"/>
            <a:ext cx="10573454" cy="4863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61939" y="7571281"/>
            <a:ext cx="1121637" cy="457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3085" y="7571281"/>
            <a:ext cx="7745735" cy="457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6069" y="7571281"/>
            <a:ext cx="840471" cy="4575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7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51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  <p:sldLayoutId id="2147483919" r:id="rId12"/>
    <p:sldLayoutId id="2147483920" r:id="rId13"/>
    <p:sldLayoutId id="2147483921" r:id="rId14"/>
    <p:sldLayoutId id="2147483922" r:id="rId15"/>
    <p:sldLayoutId id="2147483923" r:id="rId16"/>
  </p:sldLayoutIdLst>
  <p:txStyles>
    <p:titleStyle>
      <a:lvl1pPr algn="l" defTabSz="562310" rtl="0" eaLnBrk="1" latinLnBrk="0" hangingPunct="1">
        <a:spcBef>
          <a:spcPct val="0"/>
        </a:spcBef>
        <a:buNone/>
        <a:defRPr sz="4428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1733" indent="-421733" algn="l" defTabSz="562310" rtl="0" eaLnBrk="1" latinLnBrk="0" hangingPunct="1">
        <a:spcBef>
          <a:spcPts val="123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21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913754" indent="-351444" algn="l" defTabSz="562310" rtl="0" eaLnBrk="1" latinLnBrk="0" hangingPunct="1">
        <a:spcBef>
          <a:spcPts val="123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6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405776" indent="-281155" algn="l" defTabSz="562310" rtl="0" eaLnBrk="1" latinLnBrk="0" hangingPunct="1">
        <a:spcBef>
          <a:spcPts val="123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68086" indent="-281155" algn="l" defTabSz="562310" rtl="0" eaLnBrk="1" latinLnBrk="0" hangingPunct="1">
        <a:spcBef>
          <a:spcPts val="123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7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530396" indent="-281155" algn="l" defTabSz="562310" rtl="0" eaLnBrk="1" latinLnBrk="0" hangingPunct="1">
        <a:spcBef>
          <a:spcPts val="123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7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92707" indent="-281155" algn="l" defTabSz="562310" rtl="0" eaLnBrk="1" latinLnBrk="0" hangingPunct="1">
        <a:spcBef>
          <a:spcPts val="123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7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655017" indent="-281155" algn="l" defTabSz="562310" rtl="0" eaLnBrk="1" latinLnBrk="0" hangingPunct="1">
        <a:spcBef>
          <a:spcPts val="123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7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217327" indent="-281155" algn="l" defTabSz="562310" rtl="0" eaLnBrk="1" latinLnBrk="0" hangingPunct="1">
        <a:spcBef>
          <a:spcPts val="123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7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779637" indent="-281155" algn="l" defTabSz="562310" rtl="0" eaLnBrk="1" latinLnBrk="0" hangingPunct="1">
        <a:spcBef>
          <a:spcPts val="123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7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2310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1pPr>
      <a:lvl2pPr marL="562310" algn="l" defTabSz="562310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2pPr>
      <a:lvl3pPr marL="1124621" algn="l" defTabSz="562310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3pPr>
      <a:lvl4pPr marL="1686931" algn="l" defTabSz="562310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4pPr>
      <a:lvl5pPr marL="2249241" algn="l" defTabSz="562310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5pPr>
      <a:lvl6pPr marL="2811551" algn="l" defTabSz="562310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6pPr>
      <a:lvl7pPr marL="3373862" algn="l" defTabSz="562310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7pPr>
      <a:lvl8pPr marL="3936172" algn="l" defTabSz="562310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8pPr>
      <a:lvl9pPr marL="4498482" algn="l" defTabSz="562310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ordertracker.com/ko/carriers/fedex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tmp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32623" y="1273941"/>
            <a:ext cx="9125476" cy="2063213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FedEx-project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85537" y="3337154"/>
            <a:ext cx="7377365" cy="1504994"/>
          </a:xfrm>
        </p:spPr>
        <p:txBody>
          <a:bodyPr/>
          <a:lstStyle/>
          <a:p>
            <a:r>
              <a:rPr b="1" dirty="0">
                <a:solidFill>
                  <a:srgbClr val="FFFF00"/>
                </a:solidFill>
              </a:rPr>
              <a:t>Logistics Optimization for Delivery Routes – FedEx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175EC1-2825-F312-7CB3-23F1366D145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rgbClr val="2E946B">
                <a:shade val="45000"/>
                <a:satMod val="135000"/>
              </a:srgb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artisticGlowEdges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35491" y="639630"/>
            <a:ext cx="2946763" cy="21929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FF0000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  <a:reflection blurRad="12700" stA="98000" endPos="28000" dist="5000" dir="5400000" sy="-100000" algn="bl" rotWithShape="0"/>
          </a:effectLst>
          <a:scene3d>
            <a:camera prst="orthographicFront"/>
            <a:lightRig rig="threePt" dir="t"/>
          </a:scene3d>
          <a:sp3d extrusionH="76200" contourW="12700">
            <a:contourClr>
              <a:schemeClr val="accent6">
                <a:lumMod val="40000"/>
                <a:lumOff val="60000"/>
              </a:schemeClr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F83DCD-B1AC-B42D-B490-1A74D001C9CC}"/>
              </a:ext>
            </a:extLst>
          </p:cNvPr>
          <p:cNvSpPr txBox="1"/>
          <p:nvPr/>
        </p:nvSpPr>
        <p:spPr>
          <a:xfrm>
            <a:off x="8843260" y="6193582"/>
            <a:ext cx="3926073" cy="1043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61" b="1" i="1" dirty="0">
                <a:solidFill>
                  <a:schemeClr val="accent4"/>
                </a:solidFill>
              </a:rPr>
              <a:t>Summitted By </a:t>
            </a:r>
          </a:p>
          <a:p>
            <a:r>
              <a:rPr lang="en-US" sz="2061" b="1" i="1" dirty="0">
                <a:solidFill>
                  <a:schemeClr val="accent4"/>
                </a:solidFill>
              </a:rPr>
              <a:t>Name – Nazim khan</a:t>
            </a:r>
          </a:p>
          <a:p>
            <a:r>
              <a:rPr lang="en-US" sz="2061" b="1" i="1" dirty="0">
                <a:solidFill>
                  <a:schemeClr val="accent4"/>
                </a:solidFill>
              </a:rPr>
              <a:t>Course Name –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shipment performance, delays, routes, warehouses, and agents.</a:t>
            </a:r>
            <a:endParaRPr lang="en-US" dirty="0"/>
          </a:p>
          <a:p>
            <a:r>
              <a:rPr lang="en-US" dirty="0"/>
              <a:t>Improve delivery efficiency</a:t>
            </a:r>
          </a:p>
          <a:p>
            <a:r>
              <a:rPr lang="en-US" dirty="0"/>
              <a:t>Evaluate warehouse efficiency and utilization</a:t>
            </a:r>
          </a:p>
          <a:p>
            <a:r>
              <a:rPr lang="en-US" dirty="0"/>
              <a:t>Measure delivery agent performance</a:t>
            </a:r>
          </a:p>
          <a:p>
            <a:r>
              <a:rPr lang="en-US" dirty="0"/>
              <a:t>Track shipments status and operational bottlenecks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214" y="791623"/>
            <a:ext cx="10100339" cy="1655280"/>
          </a:xfrm>
        </p:spPr>
        <p:txBody>
          <a:bodyPr/>
          <a:lstStyle/>
          <a:p>
            <a:r>
              <a:rPr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304" y="1619263"/>
            <a:ext cx="8938007" cy="1054021"/>
          </a:xfrm>
        </p:spPr>
        <p:txBody>
          <a:bodyPr/>
          <a:lstStyle/>
          <a:p>
            <a:r>
              <a:rPr dirty="0"/>
              <a:t>Orders, Routes, Warehouses, Delivery Agents, Shipments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37F00C-61CD-4E1E-7E9A-6ABF09FE2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944" y="2477661"/>
            <a:ext cx="8401095" cy="15434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310D87-D2C2-DD3F-D8CF-72799CFFD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944" y="4230466"/>
            <a:ext cx="8401095" cy="15132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BBEC75-0102-47C9-B49E-336DD783B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3355" y="4520417"/>
            <a:ext cx="5453" cy="327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E8A8DF-96A4-85A5-7D77-E7CB2A5224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944" y="6356134"/>
            <a:ext cx="8544340" cy="9289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5168" y="1876286"/>
            <a:ext cx="5450915" cy="526520"/>
          </a:xfrm>
        </p:spPr>
        <p:txBody>
          <a:bodyPr>
            <a:normAutofit fontScale="90000"/>
          </a:bodyPr>
          <a:lstStyle/>
          <a:p>
            <a:pPr algn="ctr"/>
            <a:r>
              <a:rPr b="1" i="1" dirty="0"/>
              <a:t>Task 1: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Duplicates, NULL handling, date formatting, integrity checks</a:t>
            </a:r>
          </a:p>
        </p:txBody>
      </p:sp>
      <p:sp>
        <p:nvSpPr>
          <p:cNvPr id="7" name="Rectangle 6" descr="UPDATE Shipments s&#10;JOIN (&#10;    SELECT Route_ID,&#10;           AVG(Delay_Hours) AS Avg_Delay&#10;    FROM Shipments&#10;    WHERE Delay_Hours IS NOT NULL&#10;    GROUP BY Route_ID&#10;) r&#10;ON s.Route_ID = r.Route_ID&#10;SET s.Delay_Hours = r.Avg_Delay&#10;WHERE s.Delay_Hours IS NULL;">
            <a:extLst>
              <a:ext uri="{FF2B5EF4-FFF2-40B4-BE49-F238E27FC236}">
                <a16:creationId xmlns:a16="http://schemas.microsoft.com/office/drawing/2014/main" id="{1FF5BF55-30F0-6B5F-9C88-31EEBDD7788D}"/>
              </a:ext>
            </a:extLst>
          </p:cNvPr>
          <p:cNvSpPr/>
          <p:nvPr/>
        </p:nvSpPr>
        <p:spPr>
          <a:xfrm>
            <a:off x="1369657" y="3246893"/>
            <a:ext cx="8819072" cy="1715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46" dirty="0">
              <a:highlight>
                <a:srgbClr val="00808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68DCD2-054F-D6AE-7571-39EABF8D68F0}"/>
              </a:ext>
            </a:extLst>
          </p:cNvPr>
          <p:cNvSpPr txBox="1"/>
          <p:nvPr/>
        </p:nvSpPr>
        <p:spPr>
          <a:xfrm>
            <a:off x="1387325" y="3298481"/>
            <a:ext cx="8607000" cy="1043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46" b="1" dirty="0"/>
              <a:t> Find the Null Delay_Hours </a:t>
            </a:r>
          </a:p>
          <a:p>
            <a:r>
              <a:rPr lang="en-US" sz="1546" dirty="0"/>
              <a:t>select * from Shipments where Delay_Hours is null;</a:t>
            </a:r>
          </a:p>
          <a:p>
            <a:endParaRPr lang="en-US" sz="1546" dirty="0"/>
          </a:p>
          <a:p>
            <a:endParaRPr lang="en-US" sz="1546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0E0DE3-4ABB-8C27-C005-429EC5C3EFA9}"/>
              </a:ext>
            </a:extLst>
          </p:cNvPr>
          <p:cNvSpPr/>
          <p:nvPr/>
        </p:nvSpPr>
        <p:spPr>
          <a:xfrm>
            <a:off x="1399852" y="5026032"/>
            <a:ext cx="8788877" cy="23191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45392" indent="-245392">
              <a:buFont typeface="Arial" panose="020B0604020202020204" pitchFamily="34" charset="0"/>
              <a:buChar char="•"/>
            </a:pPr>
            <a:r>
              <a:rPr lang="en-US" sz="1546" b="1" dirty="0">
                <a:solidFill>
                  <a:srgbClr val="FF0000"/>
                </a:solidFill>
              </a:rPr>
              <a:t>-- Format the order date –</a:t>
            </a:r>
          </a:p>
          <a:p>
            <a:pPr marL="245392" indent="-245392">
              <a:buFont typeface="Arial" panose="020B0604020202020204" pitchFamily="34" charset="0"/>
              <a:buChar char="•"/>
            </a:pPr>
            <a:r>
              <a:rPr lang="en-US" sz="1546" dirty="0">
                <a:solidFill>
                  <a:schemeClr val="tx1"/>
                </a:solidFill>
              </a:rPr>
              <a:t>SELECT DATE_FORMAT(Order_Date,'%Y-%m-%d %H:%I:%s') FROM Orders;</a:t>
            </a:r>
          </a:p>
          <a:p>
            <a:pPr marL="245392" indent="-245392">
              <a:buFont typeface="Arial" panose="020B0604020202020204" pitchFamily="34" charset="0"/>
              <a:buChar char="•"/>
            </a:pPr>
            <a:endParaRPr lang="en-US" sz="1546" dirty="0">
              <a:solidFill>
                <a:schemeClr val="tx1"/>
              </a:solidFill>
            </a:endParaRPr>
          </a:p>
          <a:p>
            <a:pPr marL="245392" indent="-245392">
              <a:buFont typeface="Arial" panose="020B0604020202020204" pitchFamily="34" charset="0"/>
              <a:buChar char="•"/>
            </a:pPr>
            <a:r>
              <a:rPr lang="en-US" sz="1546" b="1" dirty="0">
                <a:solidFill>
                  <a:schemeClr val="accent5"/>
                </a:solidFill>
              </a:rPr>
              <a:t>-- Check the missing Routs IDs –</a:t>
            </a:r>
          </a:p>
          <a:p>
            <a:pPr marL="245392" indent="-245392">
              <a:buFont typeface="Arial" panose="020B0604020202020204" pitchFamily="34" charset="0"/>
              <a:buChar char="•"/>
            </a:pPr>
            <a:r>
              <a:rPr lang="en-US" sz="1546" dirty="0">
                <a:solidFill>
                  <a:schemeClr val="tx1"/>
                </a:solidFill>
              </a:rPr>
              <a:t>select * from Orders where Route_id not in ( select Route_id from Routes 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492" y="545048"/>
            <a:ext cx="10100339" cy="827640"/>
          </a:xfrm>
        </p:spPr>
        <p:txBody>
          <a:bodyPr/>
          <a:lstStyle/>
          <a:p>
            <a:r>
              <a:rPr dirty="0"/>
              <a:t>Task 2: Delivery Delay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7200" y="1875531"/>
            <a:ext cx="10100339" cy="4863543"/>
          </a:xfrm>
        </p:spPr>
        <p:txBody>
          <a:bodyPr/>
          <a:lstStyle/>
          <a:p>
            <a:r>
              <a:rPr dirty="0"/>
              <a:t>Delay calculation, delayed routes, rankings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0B7288-9D99-64B7-B791-FB373B4A5003}"/>
              </a:ext>
            </a:extLst>
          </p:cNvPr>
          <p:cNvSpPr/>
          <p:nvPr/>
        </p:nvSpPr>
        <p:spPr>
          <a:xfrm>
            <a:off x="1131300" y="2547722"/>
            <a:ext cx="6859004" cy="1749640"/>
          </a:xfrm>
          <a:prstGeom prst="rect">
            <a:avLst/>
          </a:prstGeom>
          <a:solidFill>
            <a:srgbClr val="00B0F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46" b="1" i="1" dirty="0">
                <a:solidFill>
                  <a:schemeClr val="tx1"/>
                </a:solidFill>
              </a:rPr>
              <a:t>Calculate Delivery Delay (Hours) for each Shipment </a:t>
            </a:r>
          </a:p>
          <a:p>
            <a:r>
              <a:rPr lang="en-US" sz="1546" dirty="0">
                <a:solidFill>
                  <a:schemeClr val="tx1"/>
                </a:solidFill>
              </a:rPr>
              <a:t>select Shipment_ID, TIMESTAMPDIFF(Hour, Pickup_date, Delivery_Date) as Delay_housr from Shipments;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BA9781-1E24-0C4A-5D3F-FED23A360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8732" y="2547721"/>
            <a:ext cx="4097719" cy="1565468"/>
          </a:xfrm>
          <a:prstGeom prst="rect">
            <a:avLst/>
          </a:prstGeom>
        </p:spPr>
      </p:pic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D369EC3F-DD4B-45F2-01AD-BDC72FCC30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2997453"/>
              </p:ext>
            </p:extLst>
          </p:nvPr>
        </p:nvGraphicFramePr>
        <p:xfrm>
          <a:off x="1225659" y="4716867"/>
          <a:ext cx="6272104" cy="3332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Task 3: Route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475" y="1786872"/>
            <a:ext cx="5905158" cy="3332501"/>
          </a:xfrm>
        </p:spPr>
        <p:txBody>
          <a:bodyPr/>
          <a:lstStyle/>
          <a:p>
            <a:r>
              <a:rPr dirty="0"/>
              <a:t>Transit time, efficiency ratio, optimization insights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22087F-4131-FC1C-0EC2-C75C3764CF38}"/>
              </a:ext>
            </a:extLst>
          </p:cNvPr>
          <p:cNvSpPr/>
          <p:nvPr/>
        </p:nvSpPr>
        <p:spPr>
          <a:xfrm>
            <a:off x="1131300" y="2778666"/>
            <a:ext cx="6369287" cy="1981297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46" dirty="0"/>
              <a:t> </a:t>
            </a:r>
            <a:r>
              <a:rPr lang="en-US" sz="1546" b="1" dirty="0">
                <a:solidFill>
                  <a:schemeClr val="tx1"/>
                </a:solidFill>
              </a:rPr>
              <a:t>Distance-to-Time Efficiency Ratio</a:t>
            </a:r>
          </a:p>
          <a:p>
            <a:r>
              <a:rPr lang="en-US" sz="1546" dirty="0">
                <a:solidFill>
                  <a:schemeClr val="tx1"/>
                </a:solidFill>
              </a:rPr>
              <a:t>SELECT Route_ID,       Distance_KM,       Avg_Transit_Time_Hours,       ROUND(Distance_KM / Avg_Transit_Time_Hours, 2) AS Efficiency_RatioFROM Routes</a:t>
            </a:r>
            <a:r>
              <a:rPr lang="en-US" sz="1546" dirty="0"/>
              <a:t>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6BA0E6-4360-7BF9-7388-A78C97470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7441" y="2754390"/>
            <a:ext cx="4552288" cy="1870389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BFC5175-7D4E-0562-C6AB-7FC5291227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8625041"/>
              </p:ext>
            </p:extLst>
          </p:nvPr>
        </p:nvGraphicFramePr>
        <p:xfrm>
          <a:off x="7887441" y="5119373"/>
          <a:ext cx="4664838" cy="2711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ADEE37A-56F0-F5DB-12D5-A732B0DC6CF7}"/>
              </a:ext>
            </a:extLst>
          </p:cNvPr>
          <p:cNvSpPr txBox="1"/>
          <p:nvPr/>
        </p:nvSpPr>
        <p:spPr>
          <a:xfrm>
            <a:off x="1128475" y="5490507"/>
            <a:ext cx="3926072" cy="805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5392" indent="-245392">
              <a:buFont typeface="Wingdings" panose="05000000000000000000" pitchFamily="2" charset="2"/>
              <a:buChar char="v"/>
            </a:pPr>
            <a:r>
              <a:rPr lang="en-US" sz="1546" dirty="0"/>
              <a:t>Lowest efficiency routes</a:t>
            </a:r>
          </a:p>
          <a:p>
            <a:pPr marL="245392" indent="-245392">
              <a:buFont typeface="Wingdings" panose="05000000000000000000" pitchFamily="2" charset="2"/>
              <a:buChar char="v"/>
            </a:pPr>
            <a:r>
              <a:rPr lang="en-US" sz="1546" dirty="0"/>
              <a:t>Optimization opportunities</a:t>
            </a:r>
          </a:p>
          <a:p>
            <a:endParaRPr lang="en-US" sz="154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300" y="763976"/>
            <a:ext cx="10100339" cy="1268463"/>
          </a:xfrm>
        </p:spPr>
        <p:txBody>
          <a:bodyPr/>
          <a:lstStyle/>
          <a:p>
            <a:r>
              <a:rPr lang="en-US" dirty="0">
                <a:highlight>
                  <a:srgbClr val="00FFFF"/>
                </a:highlight>
              </a:rPr>
              <a:t>T</a:t>
            </a:r>
            <a:r>
              <a:rPr dirty="0">
                <a:highlight>
                  <a:srgbClr val="00FFFF"/>
                </a:highlight>
              </a:rPr>
              <a:t>ask 4: </a:t>
            </a:r>
            <a:r>
              <a:rPr dirty="0">
                <a:highlight>
                  <a:srgbClr val="FFFF00"/>
                </a:highlight>
              </a:rPr>
              <a:t>Warehouse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0497" y="2032438"/>
            <a:ext cx="10100339" cy="4863543"/>
          </a:xfrm>
        </p:spPr>
        <p:txBody>
          <a:bodyPr/>
          <a:lstStyle/>
          <a:p>
            <a:r>
              <a:rPr dirty="0"/>
              <a:t>Warehouse delays, shipment counts, rankings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283700-8C55-50A6-5C3D-AFD6FB472AD5}"/>
              </a:ext>
            </a:extLst>
          </p:cNvPr>
          <p:cNvSpPr/>
          <p:nvPr/>
        </p:nvSpPr>
        <p:spPr>
          <a:xfrm>
            <a:off x="1131299" y="2698216"/>
            <a:ext cx="6274376" cy="203117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46" b="1" dirty="0">
                <a:solidFill>
                  <a:schemeClr val="tx1"/>
                </a:solidFill>
              </a:rPr>
              <a:t>Find the Top 3 Warehouses with Highest Average Delay </a:t>
            </a:r>
          </a:p>
          <a:p>
            <a:r>
              <a:rPr lang="en-US" sz="1546" dirty="0">
                <a:solidFill>
                  <a:srgbClr val="FF0000"/>
                </a:solidFill>
              </a:rPr>
              <a:t> select Warehouse_id, Avg(Delay_Hours) as Avg_Delay from Shipments group by Warehouse_id order by Avg_Delay desc Limit 3;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F71728-159A-015F-1E77-5356E040D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7738" y="2694240"/>
            <a:ext cx="3923446" cy="1838453"/>
          </a:xfrm>
          <a:prstGeom prst="rect">
            <a:avLst/>
          </a:prstGeom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326EEA9E-0440-EF81-904D-EB8B575A36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3322378"/>
              </p:ext>
            </p:extLst>
          </p:nvPr>
        </p:nvGraphicFramePr>
        <p:xfrm>
          <a:off x="1131300" y="4981519"/>
          <a:ext cx="5977653" cy="2968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723" y="650551"/>
            <a:ext cx="9379384" cy="1597944"/>
          </a:xfrm>
        </p:spPr>
        <p:txBody>
          <a:bodyPr>
            <a:normAutofit/>
          </a:bodyPr>
          <a:lstStyle/>
          <a:p>
            <a:r>
              <a:rPr dirty="0"/>
              <a:t>Task 5: Agen</a:t>
            </a:r>
            <a:r>
              <a:rPr lang="en-US" dirty="0"/>
              <a:t>t Performance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172" y="1691998"/>
            <a:ext cx="8405043" cy="441459"/>
          </a:xfrm>
        </p:spPr>
        <p:txBody>
          <a:bodyPr/>
          <a:lstStyle/>
          <a:p>
            <a:r>
              <a:rPr dirty="0"/>
              <a:t>On-time %, ratings, experience comparison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C122C8-289F-6014-4F78-07FFBCD08F25}"/>
              </a:ext>
            </a:extLst>
          </p:cNvPr>
          <p:cNvSpPr/>
          <p:nvPr/>
        </p:nvSpPr>
        <p:spPr>
          <a:xfrm>
            <a:off x="1069968" y="2479952"/>
            <a:ext cx="6338009" cy="282129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45392" indent="-245392" algn="ctr">
              <a:buFont typeface="Wingdings" panose="05000000000000000000" pitchFamily="2" charset="2"/>
              <a:buChar char="n"/>
            </a:pPr>
            <a:r>
              <a:rPr lang="en-US" sz="1374" b="1" i="1" dirty="0">
                <a:solidFill>
                  <a:schemeClr val="tx2"/>
                </a:solidFill>
              </a:rPr>
              <a:t>Find the Agents whose on-time % is bleow 85% --</a:t>
            </a:r>
          </a:p>
          <a:p>
            <a:pPr marL="245392" indent="-245392" algn="ctr">
              <a:buFont typeface="Wingdings" panose="05000000000000000000" pitchFamily="2" charset="2"/>
              <a:buChar char="n"/>
            </a:pPr>
            <a:r>
              <a:rPr lang="en-US" sz="1374" dirty="0">
                <a:solidFill>
                  <a:schemeClr val="tx2"/>
                </a:solidFill>
              </a:rPr>
              <a:t>SELECT    s.Agent_ID,    a.Agent_Name,    ROUND(        SUM(CASE WHEN s.Delay_Hours &lt;= 0 THEN 1 ELSE 0 END)        * 100.0 / COUNT(*), 2    ) AS On_Time_PercentageFROM Shipments s JOIN Delivery_Agents a ON s.Agent_ID = a.Agent_IDGROUP BY s.Agent_ID, a.Agent_NameHAVING On_Time_Percentage &lt; 85;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F1D86A-0BB0-29F7-9BFF-8DEEAA3D2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952" y="2479952"/>
            <a:ext cx="4504299" cy="181741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93F1724-90AD-9D42-EB73-6B5088756B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4271602"/>
              </p:ext>
            </p:extLst>
          </p:nvPr>
        </p:nvGraphicFramePr>
        <p:xfrm>
          <a:off x="1069968" y="5532703"/>
          <a:ext cx="6212926" cy="2821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491" y="180797"/>
            <a:ext cx="5905158" cy="538285"/>
          </a:xfrm>
        </p:spPr>
        <p:txBody>
          <a:bodyPr>
            <a:normAutofit fontScale="90000"/>
          </a:bodyPr>
          <a:lstStyle/>
          <a:p>
            <a:r>
              <a:rPr lang="en-US" dirty="0"/>
              <a:t>Task 6: Shipment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196" y="989972"/>
            <a:ext cx="5905158" cy="976953"/>
          </a:xfrm>
        </p:spPr>
        <p:txBody>
          <a:bodyPr/>
          <a:lstStyle/>
          <a:p>
            <a:r>
              <a:rPr lang="en-US" dirty="0"/>
              <a:t>Latest status, transit routes, high-delay shipments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4D336D-4732-63DE-194E-CA14FF9EAD56}"/>
              </a:ext>
            </a:extLst>
          </p:cNvPr>
          <p:cNvSpPr/>
          <p:nvPr/>
        </p:nvSpPr>
        <p:spPr>
          <a:xfrm>
            <a:off x="380197" y="2237815"/>
            <a:ext cx="5211937" cy="34090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546" b="1" dirty="0">
                <a:solidFill>
                  <a:schemeClr val="tx1"/>
                </a:solidFill>
              </a:rPr>
              <a:t> Find the Display the latest status and latest Delivery_Date of r each shipment </a:t>
            </a:r>
          </a:p>
          <a:p>
            <a:r>
              <a:rPr lang="en-US" sz="1546" dirty="0"/>
              <a:t>   select Shipment_id, delivery_status, delivery_date from Shipments;</a:t>
            </a:r>
          </a:p>
          <a:p>
            <a:endParaRPr lang="en-US" sz="1546" dirty="0"/>
          </a:p>
          <a:p>
            <a:r>
              <a:rPr lang="en-US" sz="1546" dirty="0"/>
              <a:t> </a:t>
            </a:r>
            <a:r>
              <a:rPr lang="en-US" sz="1546" b="1" dirty="0">
                <a:solidFill>
                  <a:schemeClr val="tx1"/>
                </a:solidFill>
              </a:rPr>
              <a:t>Find the Routes where the majority of shipments are "In Tansit" or "Retuned" </a:t>
            </a:r>
          </a:p>
          <a:p>
            <a:r>
              <a:rPr lang="en-US" sz="1546" dirty="0"/>
              <a:t>   select route_id, delivery_status, count(*) as total_shipments from shipments where delivery_status in ('In Transit','Returned')  group by route_id, delivery_status order by total_shipments desc;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D1C3B2-06D6-AF25-70A6-60C7CBBFA1D8}"/>
              </a:ext>
            </a:extLst>
          </p:cNvPr>
          <p:cNvSpPr/>
          <p:nvPr/>
        </p:nvSpPr>
        <p:spPr>
          <a:xfrm>
            <a:off x="380195" y="5949180"/>
            <a:ext cx="5211938" cy="138619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546" b="1" dirty="0">
                <a:solidFill>
                  <a:schemeClr val="tx1"/>
                </a:solidFill>
              </a:rPr>
              <a:t>Find the Order with exceptionly high delay (.120 hours)  </a:t>
            </a:r>
          </a:p>
          <a:p>
            <a:pPr algn="ctr"/>
            <a:r>
              <a:rPr lang="en-US" sz="1546" dirty="0"/>
              <a:t>      select shipment_id, order_id, route_id, warehouse_id, agent_id, delay_hours from shipments where delay_hours &gt; 120      order by delay_hours desc; 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DEC6842-EC26-614C-B1E2-121F4BABF4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6107193"/>
              </p:ext>
            </p:extLst>
          </p:nvPr>
        </p:nvGraphicFramePr>
        <p:xfrm>
          <a:off x="6196056" y="2294434"/>
          <a:ext cx="3716798" cy="340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BBC65E58-B02A-15E5-588F-DA17E3DE94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5344788"/>
              </p:ext>
            </p:extLst>
          </p:nvPr>
        </p:nvGraphicFramePr>
        <p:xfrm>
          <a:off x="10281582" y="2237815"/>
          <a:ext cx="3716798" cy="3409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ABE99A9F-BE45-1D0E-DC24-BFB7FE110B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1681071"/>
              </p:ext>
            </p:extLst>
          </p:nvPr>
        </p:nvGraphicFramePr>
        <p:xfrm>
          <a:off x="7262430" y="5811671"/>
          <a:ext cx="4092726" cy="2455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492" y="493457"/>
            <a:ext cx="10100339" cy="857142"/>
          </a:xfrm>
        </p:spPr>
        <p:txBody>
          <a:bodyPr/>
          <a:lstStyle/>
          <a:p>
            <a:r>
              <a:rPr dirty="0"/>
              <a:t>Task 7: 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852" y="1865591"/>
            <a:ext cx="11363199" cy="1285808"/>
          </a:xfrm>
        </p:spPr>
        <p:txBody>
          <a:bodyPr/>
          <a:lstStyle/>
          <a:p>
            <a:r>
              <a:rPr dirty="0"/>
              <a:t>Delay by country, on-time %, route delay, utilization</a:t>
            </a:r>
            <a:endParaRPr lang="en-US" dirty="0"/>
          </a:p>
          <a:p>
            <a:r>
              <a:rPr lang="en-US" dirty="0"/>
              <a:t>3 routes caused maximum delay.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713607-3CFA-60DB-8B3F-70F707A4B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567" y="3254777"/>
            <a:ext cx="7150457" cy="4863543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F65234-F0F6-34FF-EDFE-5152277EE4C3}"/>
              </a:ext>
            </a:extLst>
          </p:cNvPr>
          <p:cNvSpPr txBox="1"/>
          <p:nvPr/>
        </p:nvSpPr>
        <p:spPr>
          <a:xfrm>
            <a:off x="544474" y="2913799"/>
            <a:ext cx="5050170" cy="2965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5803" indent="-255803">
              <a:buFont typeface="Wingdings" panose="05000000000000000000" pitchFamily="2" charset="2"/>
              <a:buChar char="Ø"/>
            </a:pPr>
            <a:r>
              <a:rPr lang="en-US" sz="2148" dirty="0"/>
              <a:t>2 warehouses exceeded average dalay.</a:t>
            </a:r>
          </a:p>
          <a:p>
            <a:endParaRPr lang="en-US" sz="2148" dirty="0"/>
          </a:p>
          <a:p>
            <a:pPr marL="255803" indent="-255803">
              <a:buFont typeface="Wingdings" panose="05000000000000000000" pitchFamily="2" charset="2"/>
              <a:buChar char="Ø"/>
            </a:pPr>
            <a:r>
              <a:rPr lang="en-US" sz="2148" dirty="0"/>
              <a:t>Top agents achieved 95% + on-time delivery.</a:t>
            </a:r>
          </a:p>
          <a:p>
            <a:endParaRPr lang="en-US" sz="2148" dirty="0"/>
          </a:p>
          <a:p>
            <a:pPr marL="255803" indent="-255803">
              <a:buFont typeface="Wingdings" panose="05000000000000000000" pitchFamily="2" charset="2"/>
              <a:buChar char="Ø"/>
            </a:pPr>
            <a:r>
              <a:rPr lang="en-US" sz="2148" dirty="0"/>
              <a:t>Warehouse utilization below capacity in some locations.</a:t>
            </a:r>
          </a:p>
          <a:p>
            <a:pPr marL="255803" indent="-255803">
              <a:buFont typeface="Wingdings" panose="05000000000000000000" pitchFamily="2" charset="2"/>
              <a:buChar char="Ø"/>
            </a:pPr>
            <a:endParaRPr lang="en-US" sz="148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492" y="334239"/>
            <a:ext cx="10100339" cy="535465"/>
          </a:xfrm>
        </p:spPr>
        <p:txBody>
          <a:bodyPr>
            <a:normAutofit fontScale="90000"/>
          </a:bodyPr>
          <a:lstStyle/>
          <a:p>
            <a:r>
              <a:rPr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1570" y="1115840"/>
            <a:ext cx="14561876" cy="7478884"/>
          </a:xfrm>
        </p:spPr>
        <p:txBody>
          <a:bodyPr/>
          <a:lstStyle/>
          <a:p>
            <a:pPr marL="0" indent="0">
              <a:buNone/>
            </a:pPr>
            <a:r>
              <a:rPr lang="en-US" sz="2507" b="1" dirty="0"/>
              <a:t>1</a:t>
            </a:r>
            <a:r>
              <a:rPr lang="en-US" dirty="0"/>
              <a:t>.</a:t>
            </a:r>
            <a:r>
              <a:rPr lang="en-US" sz="2148" b="1" dirty="0"/>
              <a:t>Delevery Delay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11" dirty="0"/>
              <a:t>Several shipments experience significant delay due to routes congestion and operational bottlenecks.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11" dirty="0"/>
              <a:t>A few routes consistently showed higher average delay hours than others.</a:t>
            </a:r>
          </a:p>
          <a:p>
            <a:pPr marL="0" indent="0">
              <a:buNone/>
            </a:pPr>
            <a:r>
              <a:rPr lang="en-US" sz="2507" b="1" dirty="0"/>
              <a:t>2</a:t>
            </a:r>
            <a:r>
              <a:rPr lang="en-US" sz="1611" dirty="0"/>
              <a:t>. </a:t>
            </a:r>
            <a:r>
              <a:rPr lang="en-US" sz="2148" b="1" dirty="0"/>
              <a:t>Routes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11" dirty="0"/>
              <a:t>Then worst-performing routes had low distance-to-time efficiency ratios.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11" dirty="0"/>
              <a:t>More than 20% of shipments on some routes exceeded expected transit times.</a:t>
            </a:r>
          </a:p>
          <a:p>
            <a:pPr marL="0" indent="0">
              <a:buNone/>
            </a:pPr>
            <a:r>
              <a:rPr lang="en-US" sz="2507" b="1" dirty="0"/>
              <a:t>3</a:t>
            </a:r>
            <a:r>
              <a:rPr lang="en-US" sz="1611" dirty="0"/>
              <a:t>. </a:t>
            </a:r>
            <a:r>
              <a:rPr lang="en-US" sz="2148" b="1" dirty="0"/>
              <a:t>Warehouse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11" dirty="0"/>
              <a:t>Certain warehouses handled a large number of delayed shipments.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11" dirty="0"/>
              <a:t>Some warehouses had average delays higher than the overall network average.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11" dirty="0"/>
              <a:t>On-time delivery percentages varied significantly across warehouses.</a:t>
            </a:r>
          </a:p>
          <a:p>
            <a:pPr marL="0" indent="0">
              <a:buNone/>
            </a:pPr>
            <a:r>
              <a:rPr lang="en-US" sz="2865" b="1" dirty="0"/>
              <a:t>4</a:t>
            </a:r>
            <a:r>
              <a:rPr lang="en-US" sz="1611" dirty="0"/>
              <a:t>. </a:t>
            </a:r>
            <a:r>
              <a:rPr lang="en-US" sz="2148" b="1" dirty="0"/>
              <a:t>Delivery Agent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11" dirty="0"/>
              <a:t>Top-performing agents achieved very high on-time delivery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11" dirty="0"/>
              <a:t>Agents with lower experience and ratings generally showed lower on-time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11" dirty="0"/>
              <a:t>Some agents had on-time delivery percentages below 85%, indicating a need for improvement.</a:t>
            </a:r>
          </a:p>
          <a:p>
            <a:pPr marL="0" indent="0">
              <a:buNone/>
            </a:pPr>
            <a:r>
              <a:rPr lang="en-US" sz="2507" b="1" dirty="0"/>
              <a:t>5</a:t>
            </a:r>
            <a:r>
              <a:rPr lang="en-US" sz="2148" b="1" dirty="0"/>
              <a:t>. Shipments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11" dirty="0"/>
              <a:t>Most shipments were delivered successfully.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11" dirty="0"/>
              <a:t>A few shipments experienced exceptionally high delays (&gt;120 hours), requiring investigation.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492" y="12505"/>
            <a:ext cx="10100339" cy="1655280"/>
          </a:xfrm>
        </p:spPr>
        <p:txBody>
          <a:bodyPr/>
          <a:lstStyle/>
          <a:p>
            <a:r>
              <a:rPr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28" y="1667786"/>
            <a:ext cx="12104237" cy="5903495"/>
          </a:xfrm>
        </p:spPr>
        <p:txBody>
          <a:bodyPr>
            <a:normAutofit lnSpcReduction="10000"/>
          </a:bodyPr>
          <a:lstStyle/>
          <a:p>
            <a:r>
              <a:rPr dirty="0"/>
              <a:t>Route optimization, capacity planning, agent training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Optimize high-delay routes.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Improve coordination between warehouses and transport hubs.</a:t>
            </a:r>
          </a:p>
          <a:p>
            <a:endParaRPr lang="en-US" dirty="0"/>
          </a:p>
          <a:p>
            <a:r>
              <a:rPr lang="en-US" dirty="0"/>
              <a:t>Provide training and mentoring for low-performing agents.</a:t>
            </a:r>
          </a:p>
          <a:p>
            <a:endParaRPr lang="en-US" dirty="0"/>
          </a:p>
          <a:p>
            <a:r>
              <a:rPr lang="en-US" dirty="0"/>
              <a:t>Balance delivery workloads agents.</a:t>
            </a:r>
          </a:p>
          <a:p>
            <a:endParaRPr lang="en-US" dirty="0"/>
          </a:p>
          <a:p>
            <a:r>
              <a:rPr lang="en-US" dirty="0"/>
              <a:t>Monitor high-delay shipments proactively.</a:t>
            </a:r>
          </a:p>
          <a:p>
            <a:endParaRPr lang="en-US" dirty="0"/>
          </a:p>
          <a:p>
            <a:r>
              <a:rPr lang="en-US" dirty="0"/>
              <a:t>Use KPI dashboard for continuous performance tracking and decision-making.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492" y="313775"/>
            <a:ext cx="10100339" cy="1067519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6664" y="1663238"/>
            <a:ext cx="10100339" cy="4863543"/>
          </a:xfrm>
        </p:spPr>
        <p:txBody>
          <a:bodyPr>
            <a:normAutofit/>
          </a:bodyPr>
          <a:lstStyle/>
          <a:p>
            <a:r>
              <a:rPr dirty="0"/>
              <a:t>SQL-driven insights improve logistics efficiency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The analysis successfully identified major delay patterns, inefficient delivery routes, warehouse bottlenecks, and delivery agent performance gaps within the FedEx logistics network.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By optimizing routes, improving warehouse operations, enhancing shipment tracking, and providing targeted training for delivery agents, FedEx can significantly improve on-time delivery performance.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These improvements will help reduce operational costs, increase customer satisfaction, and strengthen overall logistics efficiency and service reliability across the global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https://drive.google.com/file/d/1MsWWH14PYamUCuGKbiJOaIn3a_K-BWkQ/view?usp=drivesdk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390</TotalTime>
  <Words>977</Words>
  <Application>Microsoft Office PowerPoint</Application>
  <PresentationFormat>Custom</PresentationFormat>
  <Paragraphs>105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Trebuchet MS</vt:lpstr>
      <vt:lpstr>Wingdings</vt:lpstr>
      <vt:lpstr>Wingdings 3</vt:lpstr>
      <vt:lpstr>Facet</vt:lpstr>
      <vt:lpstr>FedEx-project</vt:lpstr>
      <vt:lpstr>Project Overview</vt:lpstr>
      <vt:lpstr>Dataset Description</vt:lpstr>
      <vt:lpstr>Task 1: Data Cleaning</vt:lpstr>
      <vt:lpstr>Task 2: Delivery Delay Analysis</vt:lpstr>
      <vt:lpstr>Task 3: Route Optimization</vt:lpstr>
      <vt:lpstr>Task 4: Warehouse Performance</vt:lpstr>
      <vt:lpstr>Task 5: Agent Performance</vt:lpstr>
      <vt:lpstr>Task 6: Shipment Tracking</vt:lpstr>
      <vt:lpstr>Task 7: KPI Dashboard</vt:lpstr>
      <vt:lpstr>Key Findings</vt:lpstr>
      <vt:lpstr>Recommendations</vt:lpstr>
      <vt:lpstr>Conclusion</vt:lpstr>
      <vt:lpstr>Video Link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Nazim khan</cp:lastModifiedBy>
  <cp:revision>7</cp:revision>
  <dcterms:created xsi:type="dcterms:W3CDTF">2013-01-27T09:14:16Z</dcterms:created>
  <dcterms:modified xsi:type="dcterms:W3CDTF">2026-06-04T11:17:15Z</dcterms:modified>
  <cp:category/>
</cp:coreProperties>
</file>